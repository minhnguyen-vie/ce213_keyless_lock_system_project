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4"/>
  </p:sldMasterIdLst>
  <p:notesMasterIdLst>
    <p:notesMasterId r:id="rId32"/>
  </p:notesMasterIdLst>
  <p:sldIdLst>
    <p:sldId id="256" r:id="rId5"/>
    <p:sldId id="257" r:id="rId6"/>
    <p:sldId id="325" r:id="rId7"/>
    <p:sldId id="258" r:id="rId8"/>
    <p:sldId id="296" r:id="rId9"/>
    <p:sldId id="298" r:id="rId10"/>
    <p:sldId id="299" r:id="rId11"/>
    <p:sldId id="302" r:id="rId12"/>
    <p:sldId id="277" r:id="rId13"/>
    <p:sldId id="272" r:id="rId14"/>
    <p:sldId id="304" r:id="rId15"/>
    <p:sldId id="305" r:id="rId16"/>
    <p:sldId id="318" r:id="rId17"/>
    <p:sldId id="319" r:id="rId18"/>
    <p:sldId id="320" r:id="rId19"/>
    <p:sldId id="280" r:id="rId20"/>
    <p:sldId id="279" r:id="rId21"/>
    <p:sldId id="322" r:id="rId22"/>
    <p:sldId id="323" r:id="rId23"/>
    <p:sldId id="324" r:id="rId24"/>
    <p:sldId id="315" r:id="rId25"/>
    <p:sldId id="297" r:id="rId26"/>
    <p:sldId id="281" r:id="rId27"/>
    <p:sldId id="300" r:id="rId28"/>
    <p:sldId id="301" r:id="rId29"/>
    <p:sldId id="326" r:id="rId30"/>
    <p:sldId id="284"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a:srgbClr val="11998E"/>
    <a:srgbClr val="38EF7D"/>
    <a:srgbClr val="F37335"/>
    <a:srgbClr val="FDC830"/>
    <a:srgbClr val="752A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317EB1-3E68-1864-D8FE-960514D8A9CA}" v="283" dt="2026-05-20T17:03:02.711"/>
    <p1510:client id="{205CCC38-AD7F-9382-19AF-61B73F685710}" v="397" dt="2026-05-21T02:09:11.672"/>
    <p1510:client id="{254691D7-168C-0A50-92A0-0D81A3814C04}" v="223" dt="2026-05-20T16:43:55.330"/>
    <p1510:client id="{32CD47F9-8EEF-20DB-1EEB-0C062E2217FF}" v="342" dt="2026-05-21T01:44:46.970"/>
    <p1510:client id="{929D5FB1-172A-4C5D-A39D-CDE8B3637188}" v="1043" dt="2026-05-21T08:01:21.4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605" y="6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DB9C57-9DE0-864D-8892-8E383CD10053}" type="datetimeFigureOut">
              <a:rPr lang="en-VN" smtClean="0"/>
              <a:t>05/22/2026</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72230F-6A15-1C40-B7C8-A7F6E63A524E}" type="slidenum">
              <a:rPr lang="en-VN" smtClean="0"/>
              <a:t>‹#›</a:t>
            </a:fld>
            <a:endParaRPr lang="en-VN"/>
          </a:p>
        </p:txBody>
      </p:sp>
    </p:spTree>
    <p:extLst>
      <p:ext uri="{BB962C8B-B14F-4D97-AF65-F5344CB8AC3E}">
        <p14:creationId xmlns:p14="http://schemas.microsoft.com/office/powerpoint/2010/main" val="2266220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a:p>
        </p:txBody>
      </p:sp>
      <p:sp>
        <p:nvSpPr>
          <p:cNvPr id="4" name="Slide Number Placeholder 3"/>
          <p:cNvSpPr>
            <a:spLocks noGrp="1"/>
          </p:cNvSpPr>
          <p:nvPr>
            <p:ph type="sldNum" sz="quarter" idx="5"/>
          </p:nvPr>
        </p:nvSpPr>
        <p:spPr/>
        <p:txBody>
          <a:bodyPr/>
          <a:lstStyle/>
          <a:p>
            <a:fld id="{9472230F-6A15-1C40-B7C8-A7F6E63A524E}" type="slidenum">
              <a:rPr lang="en-VN" smtClean="0"/>
              <a:t>1</a:t>
            </a:fld>
            <a:endParaRPr lang="en-VN"/>
          </a:p>
        </p:txBody>
      </p:sp>
    </p:spTree>
    <p:extLst>
      <p:ext uri="{BB962C8B-B14F-4D97-AF65-F5344CB8AC3E}">
        <p14:creationId xmlns:p14="http://schemas.microsoft.com/office/powerpoint/2010/main" val="2396147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FF5FB-6188-AA24-D6A2-44F89AA9E8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58DC4F-0E7F-1D94-3ECD-210366470E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07D992-B26B-BFD5-3BF8-2D8EFB5B0963}"/>
              </a:ext>
            </a:extLst>
          </p:cNvPr>
          <p:cNvSpPr>
            <a:spLocks noGrp="1"/>
          </p:cNvSpPr>
          <p:nvPr>
            <p:ph type="body" idx="1"/>
          </p:nvPr>
        </p:nvSpPr>
        <p:spPr/>
        <p:txBody>
          <a:bodyPr/>
          <a:lstStyle/>
          <a:p>
            <a:pPr marL="171450" indent="-171450">
              <a:buFontTx/>
              <a:buChar char="-"/>
            </a:pPr>
            <a:endParaRPr lang="en-US">
              <a:sym typeface="Wingdings" panose="05000000000000000000" pitchFamily="2" charset="2"/>
            </a:endParaRPr>
          </a:p>
        </p:txBody>
      </p:sp>
      <p:sp>
        <p:nvSpPr>
          <p:cNvPr id="4" name="Slide Number Placeholder 3">
            <a:extLst>
              <a:ext uri="{FF2B5EF4-FFF2-40B4-BE49-F238E27FC236}">
                <a16:creationId xmlns:a16="http://schemas.microsoft.com/office/drawing/2014/main" id="{79466B70-44F6-C822-6AD9-2EEB74439FD9}"/>
              </a:ext>
            </a:extLst>
          </p:cNvPr>
          <p:cNvSpPr>
            <a:spLocks noGrp="1"/>
          </p:cNvSpPr>
          <p:nvPr>
            <p:ph type="sldNum" sz="quarter" idx="5"/>
          </p:nvPr>
        </p:nvSpPr>
        <p:spPr/>
        <p:txBody>
          <a:bodyPr/>
          <a:lstStyle/>
          <a:p>
            <a:fld id="{9472230F-6A15-1C40-B7C8-A7F6E63A524E}" type="slidenum">
              <a:rPr lang="en-VN" smtClean="0"/>
              <a:t>5</a:t>
            </a:fld>
            <a:endParaRPr lang="en-VN"/>
          </a:p>
        </p:txBody>
      </p:sp>
    </p:spTree>
    <p:extLst>
      <p:ext uri="{BB962C8B-B14F-4D97-AF65-F5344CB8AC3E}">
        <p14:creationId xmlns:p14="http://schemas.microsoft.com/office/powerpoint/2010/main" val="7475363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6B43F-881B-354C-1C09-9D5FC1F2D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764DAC-30B0-FC42-ACA2-AA88F52987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D4AC4C-13D1-D972-441E-4446C5FBAABA}"/>
              </a:ext>
            </a:extLst>
          </p:cNvPr>
          <p:cNvSpPr>
            <a:spLocks noGrp="1"/>
          </p:cNvSpPr>
          <p:nvPr>
            <p:ph type="body" idx="1"/>
          </p:nvPr>
        </p:nvSpPr>
        <p:spPr/>
        <p:txBody>
          <a:bodyPr/>
          <a:lstStyle/>
          <a:p>
            <a:pPr marL="171450" indent="-171450">
              <a:buFontTx/>
              <a:buChar char="-"/>
            </a:pPr>
            <a:endParaRPr lang="en-US">
              <a:sym typeface="Wingdings" panose="05000000000000000000" pitchFamily="2" charset="2"/>
            </a:endParaRPr>
          </a:p>
        </p:txBody>
      </p:sp>
      <p:sp>
        <p:nvSpPr>
          <p:cNvPr id="4" name="Slide Number Placeholder 3">
            <a:extLst>
              <a:ext uri="{FF2B5EF4-FFF2-40B4-BE49-F238E27FC236}">
                <a16:creationId xmlns:a16="http://schemas.microsoft.com/office/drawing/2014/main" id="{7B7F8C32-8172-EF44-209E-218F606D5641}"/>
              </a:ext>
            </a:extLst>
          </p:cNvPr>
          <p:cNvSpPr>
            <a:spLocks noGrp="1"/>
          </p:cNvSpPr>
          <p:nvPr>
            <p:ph type="sldNum" sz="quarter" idx="5"/>
          </p:nvPr>
        </p:nvSpPr>
        <p:spPr/>
        <p:txBody>
          <a:bodyPr/>
          <a:lstStyle/>
          <a:p>
            <a:fld id="{9472230F-6A15-1C40-B7C8-A7F6E63A524E}" type="slidenum">
              <a:rPr lang="en-VN" smtClean="0"/>
              <a:t>6</a:t>
            </a:fld>
            <a:endParaRPr lang="en-VN"/>
          </a:p>
        </p:txBody>
      </p:sp>
    </p:spTree>
    <p:extLst>
      <p:ext uri="{BB962C8B-B14F-4D97-AF65-F5344CB8AC3E}">
        <p14:creationId xmlns:p14="http://schemas.microsoft.com/office/powerpoint/2010/main" val="782201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FCE47-24E6-2360-FA0C-70884D7B93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018674-F21B-38C4-BA4C-B84C24B1E9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50BBAF-0D8A-26D1-5DF1-6589C8EFCFCC}"/>
              </a:ext>
            </a:extLst>
          </p:cNvPr>
          <p:cNvSpPr>
            <a:spLocks noGrp="1"/>
          </p:cNvSpPr>
          <p:nvPr>
            <p:ph type="body" idx="1"/>
          </p:nvPr>
        </p:nvSpPr>
        <p:spPr/>
        <p:txBody>
          <a:bodyPr/>
          <a:lstStyle/>
          <a:p>
            <a:pPr marL="171450" indent="-171450">
              <a:buFontTx/>
              <a:buChar char="-"/>
            </a:pPr>
            <a:endParaRPr lang="en-US">
              <a:sym typeface="Wingdings" panose="05000000000000000000" pitchFamily="2" charset="2"/>
            </a:endParaRPr>
          </a:p>
        </p:txBody>
      </p:sp>
      <p:sp>
        <p:nvSpPr>
          <p:cNvPr id="4" name="Slide Number Placeholder 3">
            <a:extLst>
              <a:ext uri="{FF2B5EF4-FFF2-40B4-BE49-F238E27FC236}">
                <a16:creationId xmlns:a16="http://schemas.microsoft.com/office/drawing/2014/main" id="{D15A8C20-3D59-D288-3471-520441CA708C}"/>
              </a:ext>
            </a:extLst>
          </p:cNvPr>
          <p:cNvSpPr>
            <a:spLocks noGrp="1"/>
          </p:cNvSpPr>
          <p:nvPr>
            <p:ph type="sldNum" sz="quarter" idx="5"/>
          </p:nvPr>
        </p:nvSpPr>
        <p:spPr/>
        <p:txBody>
          <a:bodyPr/>
          <a:lstStyle/>
          <a:p>
            <a:fld id="{9472230F-6A15-1C40-B7C8-A7F6E63A524E}" type="slidenum">
              <a:rPr lang="en-VN" smtClean="0"/>
              <a:t>7</a:t>
            </a:fld>
            <a:endParaRPr lang="en-VN"/>
          </a:p>
        </p:txBody>
      </p:sp>
    </p:spTree>
    <p:extLst>
      <p:ext uri="{BB962C8B-B14F-4D97-AF65-F5344CB8AC3E}">
        <p14:creationId xmlns:p14="http://schemas.microsoft.com/office/powerpoint/2010/main" val="741906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9A0B7-D83F-5AF9-A9AA-631B6B60A6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6C9006-98C4-AD2E-AB02-A65C11F27F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41D142-49FE-1179-9AE8-4D6E41F2717C}"/>
              </a:ext>
            </a:extLst>
          </p:cNvPr>
          <p:cNvSpPr>
            <a:spLocks noGrp="1"/>
          </p:cNvSpPr>
          <p:nvPr>
            <p:ph type="body" idx="1"/>
          </p:nvPr>
        </p:nvSpPr>
        <p:spPr/>
        <p:txBody>
          <a:bodyPr/>
          <a:lstStyle/>
          <a:p>
            <a:pPr marL="171450" indent="-171450">
              <a:buFontTx/>
              <a:buChar char="-"/>
            </a:pPr>
            <a:endParaRPr lang="en-US">
              <a:sym typeface="Wingdings" panose="05000000000000000000" pitchFamily="2" charset="2"/>
            </a:endParaRPr>
          </a:p>
        </p:txBody>
      </p:sp>
      <p:sp>
        <p:nvSpPr>
          <p:cNvPr id="4" name="Slide Number Placeholder 3">
            <a:extLst>
              <a:ext uri="{FF2B5EF4-FFF2-40B4-BE49-F238E27FC236}">
                <a16:creationId xmlns:a16="http://schemas.microsoft.com/office/drawing/2014/main" id="{E7512E35-B376-0314-F731-3A2C5C590385}"/>
              </a:ext>
            </a:extLst>
          </p:cNvPr>
          <p:cNvSpPr>
            <a:spLocks noGrp="1"/>
          </p:cNvSpPr>
          <p:nvPr>
            <p:ph type="sldNum" sz="quarter" idx="5"/>
          </p:nvPr>
        </p:nvSpPr>
        <p:spPr/>
        <p:txBody>
          <a:bodyPr/>
          <a:lstStyle/>
          <a:p>
            <a:fld id="{9472230F-6A15-1C40-B7C8-A7F6E63A524E}" type="slidenum">
              <a:rPr lang="en-VN" smtClean="0"/>
              <a:t>8</a:t>
            </a:fld>
            <a:endParaRPr lang="en-VN"/>
          </a:p>
        </p:txBody>
      </p:sp>
    </p:spTree>
    <p:extLst>
      <p:ext uri="{BB962C8B-B14F-4D97-AF65-F5344CB8AC3E}">
        <p14:creationId xmlns:p14="http://schemas.microsoft.com/office/powerpoint/2010/main" val="435175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FFFA7-CB7F-61FE-8BC0-FC37C1DA4F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C260CF-7B30-398B-4037-F9026C84A6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3CDDC2-3E71-AB85-29B4-882F0F66782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6080885-8226-ECFA-EEA8-2BF68595E639}"/>
              </a:ext>
            </a:extLst>
          </p:cNvPr>
          <p:cNvSpPr>
            <a:spLocks noGrp="1"/>
          </p:cNvSpPr>
          <p:nvPr>
            <p:ph type="sldNum" sz="quarter" idx="5"/>
          </p:nvPr>
        </p:nvSpPr>
        <p:spPr/>
        <p:txBody>
          <a:bodyPr/>
          <a:lstStyle/>
          <a:p>
            <a:fld id="{9472230F-6A15-1C40-B7C8-A7F6E63A524E}" type="slidenum">
              <a:rPr lang="en-VN" smtClean="0"/>
              <a:t>10</a:t>
            </a:fld>
            <a:endParaRPr lang="en-VN"/>
          </a:p>
        </p:txBody>
      </p:sp>
    </p:spTree>
    <p:extLst>
      <p:ext uri="{BB962C8B-B14F-4D97-AF65-F5344CB8AC3E}">
        <p14:creationId xmlns:p14="http://schemas.microsoft.com/office/powerpoint/2010/main" val="14582385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400FE-1A50-4C37-EE13-3F13BA60F4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B89C5-E0ED-196A-46F9-1672560714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B86F60-CB8F-463D-601F-8A5D486E3AD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461907-F10A-9FCC-B1ED-633AE2386A78}"/>
              </a:ext>
            </a:extLst>
          </p:cNvPr>
          <p:cNvSpPr>
            <a:spLocks noGrp="1"/>
          </p:cNvSpPr>
          <p:nvPr>
            <p:ph type="sldNum" sz="quarter" idx="5"/>
          </p:nvPr>
        </p:nvSpPr>
        <p:spPr/>
        <p:txBody>
          <a:bodyPr/>
          <a:lstStyle/>
          <a:p>
            <a:fld id="{9472230F-6A15-1C40-B7C8-A7F6E63A524E}" type="slidenum">
              <a:rPr lang="en-VN" smtClean="0"/>
              <a:t>17</a:t>
            </a:fld>
            <a:endParaRPr lang="en-VN"/>
          </a:p>
        </p:txBody>
      </p:sp>
    </p:spTree>
    <p:extLst>
      <p:ext uri="{BB962C8B-B14F-4D97-AF65-F5344CB8AC3E}">
        <p14:creationId xmlns:p14="http://schemas.microsoft.com/office/powerpoint/2010/main" val="15437938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05D20-664A-A97B-F89C-970A67B4FD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C11F7-C88A-094E-24FA-2CCA32DABC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4F8D6E-1EF7-F698-F578-070B0D997E9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B71D96-7962-BA1A-65E6-3EF5F8BCE8C7}"/>
              </a:ext>
            </a:extLst>
          </p:cNvPr>
          <p:cNvSpPr>
            <a:spLocks noGrp="1"/>
          </p:cNvSpPr>
          <p:nvPr>
            <p:ph type="sldNum" sz="quarter" idx="5"/>
          </p:nvPr>
        </p:nvSpPr>
        <p:spPr/>
        <p:txBody>
          <a:bodyPr/>
          <a:lstStyle/>
          <a:p>
            <a:fld id="{9472230F-6A15-1C40-B7C8-A7F6E63A524E}" type="slidenum">
              <a:rPr lang="en-VN" smtClean="0"/>
              <a:t>18</a:t>
            </a:fld>
            <a:endParaRPr lang="en-VN"/>
          </a:p>
        </p:txBody>
      </p:sp>
    </p:spTree>
    <p:extLst>
      <p:ext uri="{BB962C8B-B14F-4D97-AF65-F5344CB8AC3E}">
        <p14:creationId xmlns:p14="http://schemas.microsoft.com/office/powerpoint/2010/main" val="3575397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54302-6496-AD81-006B-E2E57D9AB0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3032D9-50FD-18C5-351C-7290DD0407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F20369-51C3-BA54-F91B-9885C2C1191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E837A4-C582-CBA9-8783-526E3BF66480}"/>
              </a:ext>
            </a:extLst>
          </p:cNvPr>
          <p:cNvSpPr>
            <a:spLocks noGrp="1"/>
          </p:cNvSpPr>
          <p:nvPr>
            <p:ph type="sldNum" sz="quarter" idx="5"/>
          </p:nvPr>
        </p:nvSpPr>
        <p:spPr/>
        <p:txBody>
          <a:bodyPr/>
          <a:lstStyle/>
          <a:p>
            <a:fld id="{9472230F-6A15-1C40-B7C8-A7F6E63A524E}" type="slidenum">
              <a:rPr lang="en-VN" smtClean="0"/>
              <a:t>19</a:t>
            </a:fld>
            <a:endParaRPr lang="en-VN"/>
          </a:p>
        </p:txBody>
      </p:sp>
    </p:spTree>
    <p:extLst>
      <p:ext uri="{BB962C8B-B14F-4D97-AF65-F5344CB8AC3E}">
        <p14:creationId xmlns:p14="http://schemas.microsoft.com/office/powerpoint/2010/main" val="32371136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C06BF-97BF-5BE8-B2EF-9E94248DA3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ED62D3-F17D-E48D-6ACB-4A9609B7AC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D59666-E0BE-B09B-84C0-99AE27FADAD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70C9847-2899-632E-7249-D996FE015E30}"/>
              </a:ext>
            </a:extLst>
          </p:cNvPr>
          <p:cNvSpPr>
            <a:spLocks noGrp="1"/>
          </p:cNvSpPr>
          <p:nvPr>
            <p:ph type="sldNum" sz="quarter" idx="5"/>
          </p:nvPr>
        </p:nvSpPr>
        <p:spPr/>
        <p:txBody>
          <a:bodyPr/>
          <a:lstStyle/>
          <a:p>
            <a:fld id="{9472230F-6A15-1C40-B7C8-A7F6E63A524E}" type="slidenum">
              <a:rPr lang="en-VN" smtClean="0"/>
              <a:t>20</a:t>
            </a:fld>
            <a:endParaRPr lang="en-VN"/>
          </a:p>
        </p:txBody>
      </p:sp>
    </p:spTree>
    <p:extLst>
      <p:ext uri="{BB962C8B-B14F-4D97-AF65-F5344CB8AC3E}">
        <p14:creationId xmlns:p14="http://schemas.microsoft.com/office/powerpoint/2010/main" val="3279300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D2B37-F258-55E6-9C58-C7A41CB659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4B46E6-492B-3BDE-8FF9-5E10F193B8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743EB8-8D0B-B7F4-004E-D1617CCD890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E89250D-2BF6-FA38-714D-1A083A45F3E2}"/>
              </a:ext>
            </a:extLst>
          </p:cNvPr>
          <p:cNvSpPr>
            <a:spLocks noGrp="1"/>
          </p:cNvSpPr>
          <p:nvPr>
            <p:ph type="sldNum" sz="quarter" idx="5"/>
          </p:nvPr>
        </p:nvSpPr>
        <p:spPr/>
        <p:txBody>
          <a:bodyPr/>
          <a:lstStyle/>
          <a:p>
            <a:fld id="{9472230F-6A15-1C40-B7C8-A7F6E63A524E}" type="slidenum">
              <a:rPr lang="en-VN" smtClean="0"/>
              <a:t>23</a:t>
            </a:fld>
            <a:endParaRPr lang="en-VN"/>
          </a:p>
        </p:txBody>
      </p:sp>
    </p:spTree>
    <p:extLst>
      <p:ext uri="{BB962C8B-B14F-4D97-AF65-F5344CB8AC3E}">
        <p14:creationId xmlns:p14="http://schemas.microsoft.com/office/powerpoint/2010/main" val="37516106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2B910-1FC8-981E-963A-E8A2113527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373BB5-DFE2-ECB0-7F92-4E78A975E6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5BB40E-3922-8B99-9B88-D99FDA7F000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38D554-7424-D364-5F17-B3BDA6F03918}"/>
              </a:ext>
            </a:extLst>
          </p:cNvPr>
          <p:cNvSpPr>
            <a:spLocks noGrp="1"/>
          </p:cNvSpPr>
          <p:nvPr>
            <p:ph type="sldNum" sz="quarter" idx="5"/>
          </p:nvPr>
        </p:nvSpPr>
        <p:spPr/>
        <p:txBody>
          <a:bodyPr/>
          <a:lstStyle/>
          <a:p>
            <a:fld id="{9472230F-6A15-1C40-B7C8-A7F6E63A524E}" type="slidenum">
              <a:rPr lang="en-VN" smtClean="0"/>
              <a:t>24</a:t>
            </a:fld>
            <a:endParaRPr lang="en-VN"/>
          </a:p>
        </p:txBody>
      </p:sp>
    </p:spTree>
    <p:extLst>
      <p:ext uri="{BB962C8B-B14F-4D97-AF65-F5344CB8AC3E}">
        <p14:creationId xmlns:p14="http://schemas.microsoft.com/office/powerpoint/2010/main" val="24845826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4B4CE-CA38-6CEF-9AE1-09F3FE80EC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60EFED-969A-4385-2EF7-74E55A5A55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212772-80E4-59E9-3D0F-4CB041F341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A4F153F-A5AD-4A63-30A5-58EB1305E241}"/>
              </a:ext>
            </a:extLst>
          </p:cNvPr>
          <p:cNvSpPr>
            <a:spLocks noGrp="1"/>
          </p:cNvSpPr>
          <p:nvPr>
            <p:ph type="sldNum" sz="quarter" idx="5"/>
          </p:nvPr>
        </p:nvSpPr>
        <p:spPr/>
        <p:txBody>
          <a:bodyPr/>
          <a:lstStyle/>
          <a:p>
            <a:fld id="{9472230F-6A15-1C40-B7C8-A7F6E63A524E}" type="slidenum">
              <a:rPr lang="en-VN" smtClean="0"/>
              <a:t>25</a:t>
            </a:fld>
            <a:endParaRPr lang="en-VN"/>
          </a:p>
        </p:txBody>
      </p:sp>
    </p:spTree>
    <p:extLst>
      <p:ext uri="{BB962C8B-B14F-4D97-AF65-F5344CB8AC3E}">
        <p14:creationId xmlns:p14="http://schemas.microsoft.com/office/powerpoint/2010/main" val="39999867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F7E6D-29CF-2093-5022-EBB10AEDDA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30501F-8298-AC46-FFD2-AA120D6B7E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2880F5-AC68-56BC-D746-2CC47466E0E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D009E0F-2AD2-F39A-0848-D6F202FAC5C7}"/>
              </a:ext>
            </a:extLst>
          </p:cNvPr>
          <p:cNvSpPr>
            <a:spLocks noGrp="1"/>
          </p:cNvSpPr>
          <p:nvPr>
            <p:ph type="sldNum" sz="quarter" idx="5"/>
          </p:nvPr>
        </p:nvSpPr>
        <p:spPr/>
        <p:txBody>
          <a:bodyPr/>
          <a:lstStyle/>
          <a:p>
            <a:fld id="{9472230F-6A15-1C40-B7C8-A7F6E63A524E}" type="slidenum">
              <a:rPr lang="en-VN" smtClean="0"/>
              <a:t>26</a:t>
            </a:fld>
            <a:endParaRPr lang="en-VN"/>
          </a:p>
        </p:txBody>
      </p:sp>
    </p:spTree>
    <p:extLst>
      <p:ext uri="{BB962C8B-B14F-4D97-AF65-F5344CB8AC3E}">
        <p14:creationId xmlns:p14="http://schemas.microsoft.com/office/powerpoint/2010/main" val="33145187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5.jpe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0719B2E-DC3C-7989-BF9C-E418B1F120BA}"/>
              </a:ext>
            </a:extLst>
          </p:cNvPr>
          <p:cNvSpPr/>
          <p:nvPr userDrawn="1"/>
        </p:nvSpPr>
        <p:spPr>
          <a:xfrm>
            <a:off x="-24143" y="0"/>
            <a:ext cx="633743" cy="6858000"/>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7" name="Rectangle 6">
            <a:extLst>
              <a:ext uri="{FF2B5EF4-FFF2-40B4-BE49-F238E27FC236}">
                <a16:creationId xmlns:a16="http://schemas.microsoft.com/office/drawing/2014/main" id="{11F8ED77-1B03-1740-9FA5-C31B68B30520}"/>
              </a:ext>
            </a:extLst>
          </p:cNvPr>
          <p:cNvSpPr/>
          <p:nvPr userDrawn="1"/>
        </p:nvSpPr>
        <p:spPr>
          <a:xfrm flipV="1">
            <a:off x="-31247" y="0"/>
            <a:ext cx="633743" cy="6858000"/>
          </a:xfrm>
          <a:prstGeom prst="rect">
            <a:avLst/>
          </a:prstGeom>
          <a:blipFill>
            <a:blip r:embed="rId2" cstate="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TextBox 10">
            <a:extLst>
              <a:ext uri="{FF2B5EF4-FFF2-40B4-BE49-F238E27FC236}">
                <a16:creationId xmlns:a16="http://schemas.microsoft.com/office/drawing/2014/main" id="{C6A63ACE-37E2-79AD-3312-2CAEC1D54166}"/>
              </a:ext>
            </a:extLst>
          </p:cNvPr>
          <p:cNvSpPr txBox="1"/>
          <p:nvPr userDrawn="1"/>
        </p:nvSpPr>
        <p:spPr>
          <a:xfrm rot="16200000">
            <a:off x="-1800908" y="4465666"/>
            <a:ext cx="4173065" cy="338554"/>
          </a:xfrm>
          <a:prstGeom prst="rect">
            <a:avLst/>
          </a:prstGeom>
          <a:noFill/>
        </p:spPr>
        <p:txBody>
          <a:bodyPr wrap="none" rtlCol="0">
            <a:spAutoFit/>
          </a:bodyPr>
          <a:lstStyle/>
          <a:p>
            <a:r>
              <a:rPr lang="en-VN" sz="1600" b="1">
                <a:solidFill>
                  <a:schemeClr val="bg1"/>
                </a:solidFill>
              </a:rPr>
              <a:t>FACULTY OF COMPUTER ENGINEERING</a:t>
            </a:r>
          </a:p>
        </p:txBody>
      </p:sp>
      <p:sp>
        <p:nvSpPr>
          <p:cNvPr id="2" name="Title 1"/>
          <p:cNvSpPr>
            <a:spLocks noGrp="1"/>
          </p:cNvSpPr>
          <p:nvPr>
            <p:ph type="ctrTitle"/>
          </p:nvPr>
        </p:nvSpPr>
        <p:spPr>
          <a:xfrm>
            <a:off x="1524000" y="1923591"/>
            <a:ext cx="9144000" cy="2387600"/>
          </a:xfrm>
          <a:prstGeom prst="roundRect">
            <a:avLst>
              <a:gd name="adj" fmla="val 3901"/>
            </a:avLst>
          </a:prstGeom>
          <a:noFill/>
          <a:ln w="25400">
            <a:gradFill>
              <a:gsLst>
                <a:gs pos="0">
                  <a:schemeClr val="accent3">
                    <a:lumMod val="75000"/>
                  </a:schemeClr>
                </a:gs>
                <a:gs pos="100000">
                  <a:schemeClr val="accent4">
                    <a:lumMod val="75000"/>
                  </a:schemeClr>
                </a:gs>
              </a:gsLst>
              <a:lin ang="5400000" scaled="1"/>
            </a:gradFill>
          </a:ln>
        </p:spPr>
        <p:txBody>
          <a:bodyPr anchor="ctr"/>
          <a:lstStyle>
            <a:lvl1pPr algn="ctr">
              <a:defRPr sz="6000" b="1">
                <a:gradFill flip="none" rotWithShape="1">
                  <a:gsLst>
                    <a:gs pos="0">
                      <a:srgbClr val="11998E"/>
                    </a:gs>
                    <a:gs pos="100000">
                      <a:srgbClr val="38EF7D"/>
                    </a:gs>
                  </a:gsLst>
                  <a:lin ang="16200000" scaled="1"/>
                  <a:tileRect/>
                </a:gradFill>
              </a:defRPr>
            </a:lvl1pPr>
          </a:lstStyle>
          <a:p>
            <a:r>
              <a:rPr lang="en-US"/>
              <a:t>Click to edit Master title style</a:t>
            </a:r>
          </a:p>
        </p:txBody>
      </p:sp>
      <p:sp>
        <p:nvSpPr>
          <p:cNvPr id="4" name="Date Placeholder 3"/>
          <p:cNvSpPr>
            <a:spLocks noGrp="1"/>
          </p:cNvSpPr>
          <p:nvPr>
            <p:ph type="dt" sz="half" idx="10"/>
          </p:nvPr>
        </p:nvSpPr>
        <p:spPr/>
        <p:txBody>
          <a:bodyPr/>
          <a:lstStyle/>
          <a:p>
            <a:fld id="{B2203D80-2A77-FF40-B2F3-C1B60766027B}" type="datetime3">
              <a:rPr lang="en-US" smtClean="0"/>
              <a:t>22 May 2026</a:t>
            </a:fld>
            <a:endParaRPr lang="en-US"/>
          </a:p>
        </p:txBody>
      </p:sp>
      <p:sp>
        <p:nvSpPr>
          <p:cNvPr id="5" name="Footer Placeholder 4"/>
          <p:cNvSpPr>
            <a:spLocks noGrp="1"/>
          </p:cNvSpPr>
          <p:nvPr>
            <p:ph type="ftr" sz="quarter" idx="11"/>
          </p:nvPr>
        </p:nvSpPr>
        <p:spPr/>
        <p:txBody>
          <a:bodyPr/>
          <a:lstStyle/>
          <a:p>
            <a:r>
              <a:rPr lang="en-US"/>
              <a:t>Copyrights 2024 CE-UIT. All Rights Reserved.</a:t>
            </a:r>
          </a:p>
        </p:txBody>
      </p:sp>
      <p:grpSp>
        <p:nvGrpSpPr>
          <p:cNvPr id="15" name="Group 14">
            <a:extLst>
              <a:ext uri="{FF2B5EF4-FFF2-40B4-BE49-F238E27FC236}">
                <a16:creationId xmlns:a16="http://schemas.microsoft.com/office/drawing/2014/main" id="{BEC394D7-1EFF-FAA3-89F8-A3FE670BE2B5}"/>
              </a:ext>
            </a:extLst>
          </p:cNvPr>
          <p:cNvGrpSpPr/>
          <p:nvPr userDrawn="1"/>
        </p:nvGrpSpPr>
        <p:grpSpPr>
          <a:xfrm>
            <a:off x="11508226" y="243069"/>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4" name="Oval 13">
              <a:extLst>
                <a:ext uri="{FF2B5EF4-FFF2-40B4-BE49-F238E27FC236}">
                  <a16:creationId xmlns:a16="http://schemas.microsoft.com/office/drawing/2014/main" id="{3358F1D4-800B-8791-DFC5-8A5607735CCD}"/>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Oval 11">
              <a:extLst>
                <a:ext uri="{FF2B5EF4-FFF2-40B4-BE49-F238E27FC236}">
                  <a16:creationId xmlns:a16="http://schemas.microsoft.com/office/drawing/2014/main" id="{B20D358D-A251-F06A-7DC9-D456AA169459}"/>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grpSp>
        <p:nvGrpSpPr>
          <p:cNvPr id="26" name="Group 25">
            <a:extLst>
              <a:ext uri="{FF2B5EF4-FFF2-40B4-BE49-F238E27FC236}">
                <a16:creationId xmlns:a16="http://schemas.microsoft.com/office/drawing/2014/main" id="{2568A42A-7730-4E7F-BB19-5F94929B0802}"/>
              </a:ext>
            </a:extLst>
          </p:cNvPr>
          <p:cNvGrpSpPr/>
          <p:nvPr userDrawn="1"/>
        </p:nvGrpSpPr>
        <p:grpSpPr>
          <a:xfrm>
            <a:off x="4479985" y="131938"/>
            <a:ext cx="3232030" cy="768394"/>
            <a:chOff x="4280055" y="84406"/>
            <a:chExt cx="3631889" cy="863458"/>
          </a:xfrm>
        </p:grpSpPr>
        <p:sp>
          <p:nvSpPr>
            <p:cNvPr id="23" name="Rounded Rectangle 22">
              <a:extLst>
                <a:ext uri="{FF2B5EF4-FFF2-40B4-BE49-F238E27FC236}">
                  <a16:creationId xmlns:a16="http://schemas.microsoft.com/office/drawing/2014/main" id="{2DB618A9-33C1-376A-428B-F9CC7F7D80AF}"/>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Rounded Rectangle 21">
              <a:extLst>
                <a:ext uri="{FF2B5EF4-FFF2-40B4-BE49-F238E27FC236}">
                  <a16:creationId xmlns:a16="http://schemas.microsoft.com/office/drawing/2014/main" id="{CB65CCD6-D2F8-CF1A-F92C-147178B9AE40}"/>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8" name="Picture 17" descr="Icon&#10;&#10;Description automatically generated with medium confidence">
              <a:extLst>
                <a:ext uri="{FF2B5EF4-FFF2-40B4-BE49-F238E27FC236}">
                  <a16:creationId xmlns:a16="http://schemas.microsoft.com/office/drawing/2014/main" id="{0E79988A-FC21-2FFF-EC33-6DB4853FB1E9}"/>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20" name="Picture 19" descr="A picture containing clipart, vector graphics&#10;&#10;Description automatically generated">
              <a:extLst>
                <a:ext uri="{FF2B5EF4-FFF2-40B4-BE49-F238E27FC236}">
                  <a16:creationId xmlns:a16="http://schemas.microsoft.com/office/drawing/2014/main" id="{1E57E620-C26D-491A-ECBF-0FCA22233EB5}"/>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sp>
        <p:nvSpPr>
          <p:cNvPr id="49" name="Text Placeholder 48">
            <a:extLst>
              <a:ext uri="{FF2B5EF4-FFF2-40B4-BE49-F238E27FC236}">
                <a16:creationId xmlns:a16="http://schemas.microsoft.com/office/drawing/2014/main" id="{269B9A8A-4866-4619-F199-78B53536095A}"/>
              </a:ext>
            </a:extLst>
          </p:cNvPr>
          <p:cNvSpPr>
            <a:spLocks noGrp="1"/>
          </p:cNvSpPr>
          <p:nvPr>
            <p:ph type="body" sz="quarter" idx="14" hasCustomPrompt="1"/>
          </p:nvPr>
        </p:nvSpPr>
        <p:spPr>
          <a:xfrm>
            <a:off x="1524000" y="5542055"/>
            <a:ext cx="9144000" cy="519113"/>
          </a:xfrm>
        </p:spPr>
        <p:txBody>
          <a:bodyPr anchor="ctr">
            <a:normAutofit/>
          </a:bodyPr>
          <a:lstStyle>
            <a:lvl1pPr marL="0" indent="0" algn="ctr">
              <a:buNone/>
              <a:defRPr sz="1800" i="1"/>
            </a:lvl1pPr>
          </a:lstStyle>
          <a:p>
            <a:pPr lvl="0"/>
            <a:r>
              <a:rPr lang="en-VN"/>
              <a:t>Địa điểm, Ngày Tháng Năm</a:t>
            </a:r>
          </a:p>
        </p:txBody>
      </p:sp>
      <p:sp>
        <p:nvSpPr>
          <p:cNvPr id="51" name="Text Placeholder 50">
            <a:extLst>
              <a:ext uri="{FF2B5EF4-FFF2-40B4-BE49-F238E27FC236}">
                <a16:creationId xmlns:a16="http://schemas.microsoft.com/office/drawing/2014/main" id="{2A9389A2-74BD-31C8-FDCD-6A93E9D759B8}"/>
              </a:ext>
            </a:extLst>
          </p:cNvPr>
          <p:cNvSpPr>
            <a:spLocks noGrp="1"/>
          </p:cNvSpPr>
          <p:nvPr>
            <p:ph type="body" sz="quarter" idx="15" hasCustomPrompt="1"/>
          </p:nvPr>
        </p:nvSpPr>
        <p:spPr>
          <a:xfrm>
            <a:off x="3730283" y="1550070"/>
            <a:ext cx="2365717" cy="381000"/>
          </a:xfrm>
          <a:prstGeom prst="roundRect">
            <a:avLst>
              <a:gd name="adj" fmla="val 8146"/>
            </a:avLst>
          </a:prstGeom>
          <a:gradFill flip="none" rotWithShape="1">
            <a:gsLst>
              <a:gs pos="100000">
                <a:schemeClr val="accent3">
                  <a:lumMod val="75000"/>
                </a:schemeClr>
              </a:gs>
              <a:gs pos="0">
                <a:schemeClr val="accent4">
                  <a:lumMod val="75000"/>
                </a:schemeClr>
              </a:gs>
            </a:gsLst>
            <a:lin ang="2700000" scaled="1"/>
            <a:tileRect/>
          </a:gradFill>
          <a:effectLst>
            <a:innerShdw blurRad="127000">
              <a:schemeClr val="bg1">
                <a:alpha val="80000"/>
              </a:schemeClr>
            </a:innerShdw>
          </a:effectLst>
        </p:spPr>
        <p:txBody>
          <a:bodyPr vert="horz" lIns="91440" tIns="45720" rIns="91440" bIns="45720" rtlCol="0" anchor="ctr">
            <a:noAutofit/>
          </a:bodyPr>
          <a:lstStyle>
            <a:lvl1pPr>
              <a:defRPr lang="en-VN" sz="1600" b="1" dirty="0">
                <a:solidFill>
                  <a:schemeClr val="bg1"/>
                </a:solidFill>
              </a:defRPr>
            </a:lvl1pPr>
          </a:lstStyle>
          <a:p>
            <a:pPr marL="0" lvl="0" indent="0">
              <a:buNone/>
            </a:pPr>
            <a:r>
              <a:rPr lang="en-VN"/>
              <a:t>Loại trình bày</a:t>
            </a:r>
          </a:p>
        </p:txBody>
      </p:sp>
      <p:sp>
        <p:nvSpPr>
          <p:cNvPr id="52" name="Text Placeholder 50">
            <a:extLst>
              <a:ext uri="{FF2B5EF4-FFF2-40B4-BE49-F238E27FC236}">
                <a16:creationId xmlns:a16="http://schemas.microsoft.com/office/drawing/2014/main" id="{11F19A4B-2FBF-1F37-52BA-2EEAE4CA8E78}"/>
              </a:ext>
            </a:extLst>
          </p:cNvPr>
          <p:cNvSpPr>
            <a:spLocks noGrp="1"/>
          </p:cNvSpPr>
          <p:nvPr>
            <p:ph type="body" sz="quarter" idx="16" hasCustomPrompt="1"/>
          </p:nvPr>
        </p:nvSpPr>
        <p:spPr>
          <a:xfrm>
            <a:off x="6096000" y="4309683"/>
            <a:ext cx="3388242" cy="381000"/>
          </a:xfrm>
          <a:prstGeom prst="roundRect">
            <a:avLst>
              <a:gd name="adj" fmla="val 8146"/>
            </a:avLst>
          </a:prstGeom>
          <a:gradFill flip="none" rotWithShape="1">
            <a:gsLst>
              <a:gs pos="100000">
                <a:schemeClr val="accent3">
                  <a:lumMod val="75000"/>
                </a:schemeClr>
              </a:gs>
              <a:gs pos="0">
                <a:schemeClr val="accent4">
                  <a:lumMod val="75000"/>
                </a:schemeClr>
              </a:gs>
            </a:gsLst>
            <a:lin ang="2700000" scaled="1"/>
            <a:tileRect/>
          </a:gradFill>
          <a:effectLst>
            <a:innerShdw blurRad="127000">
              <a:schemeClr val="bg1">
                <a:alpha val="80000"/>
              </a:schemeClr>
            </a:innerShdw>
          </a:effectLst>
        </p:spPr>
        <p:txBody>
          <a:bodyPr vert="horz" lIns="91440" tIns="45720" rIns="91440" bIns="45720" rtlCol="0" anchor="ctr">
            <a:noAutofit/>
          </a:bodyPr>
          <a:lstStyle>
            <a:lvl1pPr>
              <a:defRPr lang="en-VN" sz="1600" b="1" dirty="0">
                <a:solidFill>
                  <a:schemeClr val="bg1"/>
                </a:solidFill>
              </a:defRPr>
            </a:lvl1pPr>
          </a:lstStyle>
          <a:p>
            <a:pPr marL="0" lvl="0" indent="0">
              <a:buNone/>
            </a:pPr>
            <a:r>
              <a:rPr lang="en-VN"/>
              <a:t>Trình bày: …</a:t>
            </a:r>
          </a:p>
        </p:txBody>
      </p:sp>
      <p:sp>
        <p:nvSpPr>
          <p:cNvPr id="6" name="Slide Number Placeholder 5"/>
          <p:cNvSpPr>
            <a:spLocks noGrp="1"/>
          </p:cNvSpPr>
          <p:nvPr>
            <p:ph type="sldNum" sz="quarter" idx="12"/>
          </p:nvPr>
        </p:nvSpPr>
        <p:spPr>
          <a:xfrm>
            <a:off x="10409692" y="333573"/>
            <a:ext cx="2743200" cy="365125"/>
          </a:xfrm>
        </p:spPr>
        <p:txBody>
          <a:bodyPr/>
          <a:lstStyle>
            <a:lvl1pPr algn="ctr">
              <a:defRPr b="1">
                <a:solidFill>
                  <a:schemeClr val="bg1"/>
                </a:solidFill>
              </a:defRPr>
            </a:lvl1pPr>
          </a:lstStyle>
          <a:p>
            <a:fld id="{48F63A3B-78C7-47BE-AE5E-E10140E04643}" type="slidenum">
              <a:rPr lang="en-US" smtClean="0"/>
              <a:pPr/>
              <a:t>‹#›</a:t>
            </a:fld>
            <a:endParaRPr lang="en-US"/>
          </a:p>
        </p:txBody>
      </p:sp>
      <p:sp>
        <p:nvSpPr>
          <p:cNvPr id="53" name="Freeform 52">
            <a:extLst>
              <a:ext uri="{FF2B5EF4-FFF2-40B4-BE49-F238E27FC236}">
                <a16:creationId xmlns:a16="http://schemas.microsoft.com/office/drawing/2014/main" id="{19DDC379-1E06-2848-14F1-C16A9CCE4619}"/>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236403" y="6356350"/>
            <a:ext cx="2743200" cy="365125"/>
          </a:xfrm>
        </p:spPr>
        <p:txBody>
          <a:bodyPr/>
          <a:lstStyle/>
          <a:p>
            <a:fld id="{ACF17CAC-8297-FC4A-82FA-F61255D7A70E}" type="datetime3">
              <a:rPr lang="en-US" smtClean="0"/>
              <a:t>22 May 2026</a:t>
            </a:fld>
            <a:endParaRPr lang="en-US"/>
          </a:p>
        </p:txBody>
      </p:sp>
      <p:sp>
        <p:nvSpPr>
          <p:cNvPr id="5" name="Footer Placeholder 4"/>
          <p:cNvSpPr>
            <a:spLocks noGrp="1"/>
          </p:cNvSpPr>
          <p:nvPr>
            <p:ph type="ftr" sz="quarter" idx="11"/>
          </p:nvPr>
        </p:nvSpPr>
        <p:spPr>
          <a:xfrm>
            <a:off x="7232650" y="6356350"/>
            <a:ext cx="4114800" cy="365125"/>
          </a:xfrm>
        </p:spPr>
        <p:txBody>
          <a:bodyPr/>
          <a:lstStyle/>
          <a:p>
            <a:r>
              <a:rPr lang="en-US"/>
              <a:t>Copyrights 2024 CE-UIT. All Rights Reserved.</a:t>
            </a:r>
          </a:p>
        </p:txBody>
      </p:sp>
      <p:sp>
        <p:nvSpPr>
          <p:cNvPr id="7" name="Rectangle 6">
            <a:extLst>
              <a:ext uri="{FF2B5EF4-FFF2-40B4-BE49-F238E27FC236}">
                <a16:creationId xmlns:a16="http://schemas.microsoft.com/office/drawing/2014/main" id="{E742C0F1-5644-4389-360B-5397956CD38A}"/>
              </a:ext>
            </a:extLst>
          </p:cNvPr>
          <p:cNvSpPr/>
          <p:nvPr userDrawn="1"/>
        </p:nvSpPr>
        <p:spPr>
          <a:xfrm>
            <a:off x="-24143" y="0"/>
            <a:ext cx="4056393" cy="6858000"/>
          </a:xfrm>
          <a:prstGeom prst="rect">
            <a:avLst/>
          </a:prstGeom>
          <a:gradFill>
            <a:gsLst>
              <a:gs pos="0">
                <a:srgbClr val="38EF7D"/>
              </a:gs>
              <a:gs pos="100000">
                <a:srgbClr val="11998E"/>
              </a:gs>
            </a:gsLst>
            <a:lin ang="54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471B0644-6BE5-3A17-CB9E-03CC0ADBCAC3}"/>
              </a:ext>
            </a:extLst>
          </p:cNvPr>
          <p:cNvSpPr/>
          <p:nvPr userDrawn="1"/>
        </p:nvSpPr>
        <p:spPr>
          <a:xfrm flipV="1">
            <a:off x="-31247" y="0"/>
            <a:ext cx="1804783" cy="6858000"/>
          </a:xfrm>
          <a:prstGeom prst="rect">
            <a:avLst/>
          </a:prstGeom>
          <a:blipFill>
            <a:blip r:embed="rId2" cstate="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E61CABA6-14B3-43D2-ED89-BD749E5AF92A}"/>
              </a:ext>
            </a:extLst>
          </p:cNvPr>
          <p:cNvSpPr txBox="1"/>
          <p:nvPr userDrawn="1"/>
        </p:nvSpPr>
        <p:spPr>
          <a:xfrm rot="16200000">
            <a:off x="-1800908" y="4465666"/>
            <a:ext cx="4173065" cy="338554"/>
          </a:xfrm>
          <a:prstGeom prst="rect">
            <a:avLst/>
          </a:prstGeom>
          <a:noFill/>
        </p:spPr>
        <p:txBody>
          <a:bodyPr wrap="none" rtlCol="0">
            <a:spAutoFit/>
          </a:bodyPr>
          <a:lstStyle/>
          <a:p>
            <a:r>
              <a:rPr lang="en-VN" sz="1600" b="1">
                <a:solidFill>
                  <a:schemeClr val="bg1"/>
                </a:solidFill>
              </a:rPr>
              <a:t>FACULTY OF COMPUTER ENGINEERING</a:t>
            </a:r>
          </a:p>
        </p:txBody>
      </p:sp>
      <p:grpSp>
        <p:nvGrpSpPr>
          <p:cNvPr id="12" name="Group 11">
            <a:extLst>
              <a:ext uri="{FF2B5EF4-FFF2-40B4-BE49-F238E27FC236}">
                <a16:creationId xmlns:a16="http://schemas.microsoft.com/office/drawing/2014/main" id="{F6CA6459-D804-2D1E-9BE6-04D9777C2161}"/>
              </a:ext>
            </a:extLst>
          </p:cNvPr>
          <p:cNvGrpSpPr/>
          <p:nvPr userDrawn="1"/>
        </p:nvGrpSpPr>
        <p:grpSpPr>
          <a:xfrm>
            <a:off x="4479985" y="131938"/>
            <a:ext cx="3232030" cy="768394"/>
            <a:chOff x="4280055" y="84406"/>
            <a:chExt cx="3631889" cy="863458"/>
          </a:xfrm>
        </p:grpSpPr>
        <p:sp>
          <p:nvSpPr>
            <p:cNvPr id="13" name="Rounded Rectangle 12">
              <a:extLst>
                <a:ext uri="{FF2B5EF4-FFF2-40B4-BE49-F238E27FC236}">
                  <a16:creationId xmlns:a16="http://schemas.microsoft.com/office/drawing/2014/main" id="{55D6C41E-6B27-7E5A-648B-DD401B12DFC5}"/>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4" name="Rounded Rectangle 13">
              <a:extLst>
                <a:ext uri="{FF2B5EF4-FFF2-40B4-BE49-F238E27FC236}">
                  <a16:creationId xmlns:a16="http://schemas.microsoft.com/office/drawing/2014/main" id="{B567EB7E-D89E-FE6D-1F1D-A9C48547288A}"/>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5" name="Picture 14" descr="Icon&#10;&#10;Description automatically generated with medium confidence">
              <a:extLst>
                <a:ext uri="{FF2B5EF4-FFF2-40B4-BE49-F238E27FC236}">
                  <a16:creationId xmlns:a16="http://schemas.microsoft.com/office/drawing/2014/main" id="{49BDC9CC-F359-3B37-10BB-43B882073583}"/>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6" name="Picture 15" descr="A picture containing clipart, vector graphics&#10;&#10;Description automatically generated">
              <a:extLst>
                <a:ext uri="{FF2B5EF4-FFF2-40B4-BE49-F238E27FC236}">
                  <a16:creationId xmlns:a16="http://schemas.microsoft.com/office/drawing/2014/main" id="{D9063C0E-6124-70AB-5990-6A8D28B5DA32}"/>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8" name="Group 17">
            <a:extLst>
              <a:ext uri="{FF2B5EF4-FFF2-40B4-BE49-F238E27FC236}">
                <a16:creationId xmlns:a16="http://schemas.microsoft.com/office/drawing/2014/main" id="{7B48FC94-0045-6DC4-777D-4F5E40C1D399}"/>
              </a:ext>
            </a:extLst>
          </p:cNvPr>
          <p:cNvGrpSpPr/>
          <p:nvPr userDrawn="1"/>
        </p:nvGrpSpPr>
        <p:grpSpPr>
          <a:xfrm>
            <a:off x="11508226" y="243069"/>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9" name="Oval 18">
              <a:extLst>
                <a:ext uri="{FF2B5EF4-FFF2-40B4-BE49-F238E27FC236}">
                  <a16:creationId xmlns:a16="http://schemas.microsoft.com/office/drawing/2014/main" id="{19120F02-27FC-FEC5-707D-FDA64409C1B6}"/>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0" name="Oval 19">
              <a:extLst>
                <a:ext uri="{FF2B5EF4-FFF2-40B4-BE49-F238E27FC236}">
                  <a16:creationId xmlns:a16="http://schemas.microsoft.com/office/drawing/2014/main" id="{73BF5235-1626-C61A-115C-C67CC9015074}"/>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6" name="Slide Number Placeholder 5"/>
          <p:cNvSpPr>
            <a:spLocks noGrp="1"/>
          </p:cNvSpPr>
          <p:nvPr>
            <p:ph type="sldNum" sz="quarter" idx="12"/>
          </p:nvPr>
        </p:nvSpPr>
        <p:spPr>
          <a:xfrm>
            <a:off x="10409692" y="332284"/>
            <a:ext cx="2743200" cy="365125"/>
          </a:xfrm>
        </p:spPr>
        <p:txBody>
          <a:bodyPr/>
          <a:lstStyle>
            <a:lvl1pPr algn="ctr">
              <a:defRPr>
                <a:solidFill>
                  <a:schemeClr val="bg1"/>
                </a:solidFill>
              </a:defRPr>
            </a:lvl1pPr>
          </a:lstStyle>
          <a:p>
            <a:fld id="{48F63A3B-78C7-47BE-AE5E-E10140E04643}" type="slidenum">
              <a:rPr lang="en-US" smtClean="0"/>
              <a:pPr/>
              <a:t>‹#›</a:t>
            </a:fld>
            <a:endParaRPr lang="en-US"/>
          </a:p>
        </p:txBody>
      </p:sp>
      <p:sp>
        <p:nvSpPr>
          <p:cNvPr id="22" name="Rounded Rectangle 21">
            <a:extLst>
              <a:ext uri="{FF2B5EF4-FFF2-40B4-BE49-F238E27FC236}">
                <a16:creationId xmlns:a16="http://schemas.microsoft.com/office/drawing/2014/main" id="{AA5FA796-6DE2-7146-15EE-C9B175F7F587}"/>
              </a:ext>
            </a:extLst>
          </p:cNvPr>
          <p:cNvSpPr/>
          <p:nvPr userDrawn="1"/>
        </p:nvSpPr>
        <p:spPr>
          <a:xfrm>
            <a:off x="1136821" y="1450428"/>
            <a:ext cx="10210628" cy="4289654"/>
          </a:xfrm>
          <a:prstGeom prst="roundRect">
            <a:avLst>
              <a:gd name="adj" fmla="val 2701"/>
            </a:avLst>
          </a:prstGeom>
          <a:blipFill>
            <a:blip r:embed="rId5" cstate="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3" name="Rounded Rectangle 22">
            <a:extLst>
              <a:ext uri="{FF2B5EF4-FFF2-40B4-BE49-F238E27FC236}">
                <a16:creationId xmlns:a16="http://schemas.microsoft.com/office/drawing/2014/main" id="{2388E92E-709B-64D5-4BEC-56AE8C45F3A5}"/>
              </a:ext>
            </a:extLst>
          </p:cNvPr>
          <p:cNvSpPr/>
          <p:nvPr userDrawn="1"/>
        </p:nvSpPr>
        <p:spPr>
          <a:xfrm>
            <a:off x="1136821" y="1450428"/>
            <a:ext cx="10210628" cy="4289654"/>
          </a:xfrm>
          <a:prstGeom prst="roundRect">
            <a:avLst>
              <a:gd name="adj" fmla="val 2701"/>
            </a:avLst>
          </a:prstGeom>
          <a:gradFill>
            <a:gsLst>
              <a:gs pos="0">
                <a:srgbClr val="38EF7D">
                  <a:alpha val="40000"/>
                </a:srgbClr>
              </a:gs>
              <a:gs pos="100000">
                <a:srgbClr val="11998E">
                  <a:alpha val="40000"/>
                </a:srgb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 name="Title 1"/>
          <p:cNvSpPr>
            <a:spLocks noGrp="1"/>
          </p:cNvSpPr>
          <p:nvPr>
            <p:ph type="title"/>
          </p:nvPr>
        </p:nvSpPr>
        <p:spPr>
          <a:xfrm>
            <a:off x="1653362" y="2425382"/>
            <a:ext cx="9177548" cy="1505953"/>
          </a:xfrm>
          <a:prstGeom prst="rect">
            <a:avLst/>
          </a:prstGeom>
          <a:noFill/>
          <a:ln w="12700">
            <a:noFill/>
          </a:ln>
          <a:effectLst/>
        </p:spPr>
        <p:txBody>
          <a:bodyPr anchor="ctr">
            <a:normAutofit/>
          </a:bodyPr>
          <a:lstStyle>
            <a:lvl1pPr>
              <a:defRPr sz="5400" b="1">
                <a:solidFill>
                  <a:schemeClr val="bg1"/>
                </a:solidFill>
              </a:defRPr>
            </a:lvl1pPr>
          </a:lstStyle>
          <a:p>
            <a:r>
              <a:rPr lang="en-US"/>
              <a:t>Click to edit Master title style</a:t>
            </a:r>
          </a:p>
        </p:txBody>
      </p:sp>
      <p:sp>
        <p:nvSpPr>
          <p:cNvPr id="3" name="Text Placeholder 2"/>
          <p:cNvSpPr>
            <a:spLocks noGrp="1"/>
          </p:cNvSpPr>
          <p:nvPr>
            <p:ph type="body" idx="1"/>
          </p:nvPr>
        </p:nvSpPr>
        <p:spPr>
          <a:xfrm>
            <a:off x="1653362" y="4108231"/>
            <a:ext cx="5564835" cy="741925"/>
          </a:xfrm>
        </p:spPr>
        <p:txBody>
          <a:bodyPr/>
          <a:lstStyle>
            <a:lvl1pPr marL="0" indent="0" algn="l">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5" name="Content Placeholder 24">
            <a:extLst>
              <a:ext uri="{FF2B5EF4-FFF2-40B4-BE49-F238E27FC236}">
                <a16:creationId xmlns:a16="http://schemas.microsoft.com/office/drawing/2014/main" id="{4340540A-BFD6-C001-24D2-E0A446DCF919}"/>
              </a:ext>
            </a:extLst>
          </p:cNvPr>
          <p:cNvSpPr>
            <a:spLocks noGrp="1"/>
          </p:cNvSpPr>
          <p:nvPr>
            <p:ph sz="quarter" idx="13" hasCustomPrompt="1"/>
          </p:nvPr>
        </p:nvSpPr>
        <p:spPr>
          <a:xfrm>
            <a:off x="1653362" y="561276"/>
            <a:ext cx="2052637" cy="1785937"/>
          </a:xfrm>
        </p:spPr>
        <p:txBody>
          <a:bodyPr>
            <a:noAutofit/>
          </a:bodyPr>
          <a:lstStyle>
            <a:lvl1pPr marL="0" indent="0">
              <a:buNone/>
              <a:defRPr sz="11500" b="1">
                <a:solidFill>
                  <a:schemeClr val="bg1">
                    <a:alpha val="65236"/>
                  </a:schemeClr>
                </a:solidFill>
                <a:effectLst>
                  <a:outerShdw blurRad="63500" sx="102000" sy="102000" algn="ctr" rotWithShape="0">
                    <a:prstClr val="black">
                      <a:alpha val="40000"/>
                    </a:prstClr>
                  </a:outerShdw>
                </a:effectLst>
              </a:defRPr>
            </a:lvl1pPr>
          </a:lstStyle>
          <a:p>
            <a:pPr lvl="0"/>
            <a:r>
              <a:rPr lang="en-VN"/>
              <a:t>01</a:t>
            </a:r>
          </a:p>
        </p:txBody>
      </p:sp>
      <p:sp>
        <p:nvSpPr>
          <p:cNvPr id="10" name="Freeform 9">
            <a:extLst>
              <a:ext uri="{FF2B5EF4-FFF2-40B4-BE49-F238E27FC236}">
                <a16:creationId xmlns:a16="http://schemas.microsoft.com/office/drawing/2014/main" id="{3801A917-2F30-C5E0-9749-96D2AA3258C3}"/>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1036767"/>
            <a:ext cx="10980000" cy="890663"/>
          </a:xfrm>
        </p:spPr>
        <p:txBody>
          <a:bodyPr/>
          <a:lstStyle>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a:r>
              <a:rPr lang="en-US"/>
              <a:t>Click to edit Master title style</a:t>
            </a:r>
          </a:p>
        </p:txBody>
      </p:sp>
      <p:sp>
        <p:nvSpPr>
          <p:cNvPr id="3" name="Content Placeholder 2"/>
          <p:cNvSpPr>
            <a:spLocks noGrp="1"/>
          </p:cNvSpPr>
          <p:nvPr>
            <p:ph idx="1"/>
          </p:nvPr>
        </p:nvSpPr>
        <p:spPr>
          <a:xfrm>
            <a:off x="606000" y="2020279"/>
            <a:ext cx="10980000" cy="4156684"/>
          </a:xfrm>
        </p:spPr>
        <p:txBody>
          <a:bodyPr/>
          <a:lstStyle>
            <a:lvl1pPr>
              <a:lnSpc>
                <a:spcPct val="130000"/>
              </a:lnSpc>
              <a:spcBef>
                <a:spcPts val="300"/>
              </a:spcBef>
              <a:spcAft>
                <a:spcPts val="300"/>
              </a:spcAft>
              <a:defRPr/>
            </a:lvl1pPr>
            <a:lvl2pPr>
              <a:lnSpc>
                <a:spcPct val="130000"/>
              </a:lnSpc>
              <a:spcBef>
                <a:spcPts val="300"/>
              </a:spcBef>
              <a:spcAft>
                <a:spcPts val="300"/>
              </a:spcAft>
              <a:defRPr/>
            </a:lvl2pPr>
            <a:lvl3pPr>
              <a:lnSpc>
                <a:spcPct val="130000"/>
              </a:lnSpc>
              <a:spcBef>
                <a:spcPts val="300"/>
              </a:spcBef>
              <a:spcAft>
                <a:spcPts val="300"/>
              </a:spcAft>
              <a:defRPr/>
            </a:lvl3pPr>
            <a:lvl4pPr>
              <a:lnSpc>
                <a:spcPct val="130000"/>
              </a:lnSpc>
              <a:spcBef>
                <a:spcPts val="300"/>
              </a:spcBef>
              <a:spcAft>
                <a:spcPts val="300"/>
              </a:spcAft>
              <a:defRPr/>
            </a:lvl4pPr>
            <a:lvl5pPr>
              <a:lnSpc>
                <a:spcPct val="130000"/>
              </a:lnSpc>
              <a:spcBef>
                <a:spcPts val="300"/>
              </a:spcBef>
              <a:spcAft>
                <a:spcPts val="3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33164" y="6356350"/>
            <a:ext cx="2743200" cy="365125"/>
          </a:xfrm>
        </p:spPr>
        <p:txBody>
          <a:bodyPr/>
          <a:lstStyle/>
          <a:p>
            <a:fld id="{A4B08D6D-E5AB-054C-8BBA-2EAE96362CB2}" type="datetime3">
              <a:rPr lang="en-US" smtClean="0"/>
              <a:t>22 May 2026</a:t>
            </a:fld>
            <a:endParaRPr lang="en-US"/>
          </a:p>
        </p:txBody>
      </p:sp>
      <p:sp>
        <p:nvSpPr>
          <p:cNvPr id="5" name="Footer Placeholder 4"/>
          <p:cNvSpPr>
            <a:spLocks noGrp="1"/>
          </p:cNvSpPr>
          <p:nvPr>
            <p:ph type="ftr" sz="quarter" idx="11"/>
          </p:nvPr>
        </p:nvSpPr>
        <p:spPr>
          <a:xfrm>
            <a:off x="4233564" y="6356350"/>
            <a:ext cx="4114800" cy="365125"/>
          </a:xfrm>
        </p:spPr>
        <p:txBody>
          <a:bodyPr/>
          <a:lstStyle/>
          <a:p>
            <a:r>
              <a:rPr lang="en-US"/>
              <a:t>Copyrights 2024 CE-UIT. All Rights Reserved.</a:t>
            </a:r>
          </a:p>
        </p:txBody>
      </p:sp>
      <p:sp>
        <p:nvSpPr>
          <p:cNvPr id="7" name="Rectangle 6">
            <a:extLst>
              <a:ext uri="{FF2B5EF4-FFF2-40B4-BE49-F238E27FC236}">
                <a16:creationId xmlns:a16="http://schemas.microsoft.com/office/drawing/2014/main" id="{107F0F65-AD9D-F4EF-651A-F8557E5CEDEF}"/>
              </a:ext>
            </a:extLst>
          </p:cNvPr>
          <p:cNvSpPr/>
          <p:nvPr userDrawn="1"/>
        </p:nvSpPr>
        <p:spPr>
          <a:xfrm rot="5400000">
            <a:off x="5778985" y="-5780045"/>
            <a:ext cx="631552" cy="12194479"/>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D6792619-8016-D1B1-D5B6-0463FC873115}"/>
              </a:ext>
            </a:extLst>
          </p:cNvPr>
          <p:cNvSpPr/>
          <p:nvPr userDrawn="1"/>
        </p:nvSpPr>
        <p:spPr>
          <a:xfrm rot="5400000" flipV="1">
            <a:off x="578022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E634CFDC-8819-F613-CB53-B010209F03B3}"/>
              </a:ext>
            </a:extLst>
          </p:cNvPr>
          <p:cNvSpPr txBox="1"/>
          <p:nvPr userDrawn="1"/>
        </p:nvSpPr>
        <p:spPr>
          <a:xfrm>
            <a:off x="240281" y="141423"/>
            <a:ext cx="7420291" cy="337383"/>
          </a:xfrm>
          <a:prstGeom prst="rect">
            <a:avLst/>
          </a:prstGeom>
          <a:noFill/>
        </p:spPr>
        <p:txBody>
          <a:bodyPr wrap="none" rtlCol="0">
            <a:spAutoFit/>
          </a:bodyPr>
          <a:lstStyle/>
          <a:p>
            <a:r>
              <a:rPr lang="en-VN" sz="1600" b="1">
                <a:solidFill>
                  <a:schemeClr val="bg1"/>
                </a:solidFill>
              </a:rPr>
              <a:t>FACULTY OF COMPUTER ENGINEERING</a:t>
            </a:r>
          </a:p>
        </p:txBody>
      </p:sp>
      <p:grpSp>
        <p:nvGrpSpPr>
          <p:cNvPr id="10" name="Group 9">
            <a:extLst>
              <a:ext uri="{FF2B5EF4-FFF2-40B4-BE49-F238E27FC236}">
                <a16:creationId xmlns:a16="http://schemas.microsoft.com/office/drawing/2014/main" id="{A847D5C7-4917-CA09-77DC-A3EC771CB75C}"/>
              </a:ext>
            </a:extLst>
          </p:cNvPr>
          <p:cNvGrpSpPr/>
          <p:nvPr userDrawn="1"/>
        </p:nvGrpSpPr>
        <p:grpSpPr>
          <a:xfrm>
            <a:off x="4479985" y="241694"/>
            <a:ext cx="3232030" cy="768394"/>
            <a:chOff x="4280055" y="84406"/>
            <a:chExt cx="3631889" cy="863458"/>
          </a:xfrm>
        </p:grpSpPr>
        <p:sp>
          <p:nvSpPr>
            <p:cNvPr id="11" name="Rounded Rectangle 10">
              <a:extLst>
                <a:ext uri="{FF2B5EF4-FFF2-40B4-BE49-F238E27FC236}">
                  <a16:creationId xmlns:a16="http://schemas.microsoft.com/office/drawing/2014/main" id="{48D4D6A6-CC45-52A4-171D-81125CDEE0BB}"/>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E10A2D28-A8FF-8313-ADCB-2B72C390FACF}"/>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3" name="Picture 12" descr="Icon&#10;&#10;Description automatically generated with medium confidence">
              <a:extLst>
                <a:ext uri="{FF2B5EF4-FFF2-40B4-BE49-F238E27FC236}">
                  <a16:creationId xmlns:a16="http://schemas.microsoft.com/office/drawing/2014/main" id="{1E73120D-A83C-0746-0C19-5132936E248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4" name="Picture 13" descr="A picture containing clipart, vector graphics&#10;&#10;Description automatically generated">
              <a:extLst>
                <a:ext uri="{FF2B5EF4-FFF2-40B4-BE49-F238E27FC236}">
                  <a16:creationId xmlns:a16="http://schemas.microsoft.com/office/drawing/2014/main" id="{FF279D30-BA02-4EF4-72A0-69A0DFA1F187}"/>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9" name="Group 18">
            <a:extLst>
              <a:ext uri="{FF2B5EF4-FFF2-40B4-BE49-F238E27FC236}">
                <a16:creationId xmlns:a16="http://schemas.microsoft.com/office/drawing/2014/main" id="{215A5037-1013-FEAC-916D-D7685B8E78E3}"/>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20" name="Oval 19">
              <a:extLst>
                <a:ext uri="{FF2B5EF4-FFF2-40B4-BE49-F238E27FC236}">
                  <a16:creationId xmlns:a16="http://schemas.microsoft.com/office/drawing/2014/main" id="{96836040-223F-32E9-6652-247D1B1776AC}"/>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Oval 20">
              <a:extLst>
                <a:ext uri="{FF2B5EF4-FFF2-40B4-BE49-F238E27FC236}">
                  <a16:creationId xmlns:a16="http://schemas.microsoft.com/office/drawing/2014/main" id="{BC7C8B3B-CA71-8CB4-C831-5785E5171D6A}"/>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6" name="Slide Number Placeholder 5"/>
          <p:cNvSpPr>
            <a:spLocks noGrp="1"/>
          </p:cNvSpPr>
          <p:nvPr userDrawn="1">
            <p:ph type="sldNum" sz="quarter" idx="12"/>
          </p:nvPr>
        </p:nvSpPr>
        <p:spPr>
          <a:xfrm>
            <a:off x="10422944" y="6356350"/>
            <a:ext cx="2743200" cy="365125"/>
          </a:xfrm>
        </p:spPr>
        <p:txBody>
          <a:bodyPr/>
          <a:lstStyle>
            <a:lvl1pPr algn="ctr">
              <a:defRPr>
                <a:solidFill>
                  <a:schemeClr val="bg1"/>
                </a:solidFill>
              </a:defRPr>
            </a:lvl1pPr>
          </a:lstStyle>
          <a:p>
            <a:fld id="{48F63A3B-78C7-47BE-AE5E-E10140E04643}" type="slidenum">
              <a:rPr lang="en-US" smtClean="0"/>
              <a:pPr/>
              <a:t>‹#›</a:t>
            </a:fld>
            <a:endParaRPr lang="en-US"/>
          </a:p>
        </p:txBody>
      </p:sp>
      <p:sp>
        <p:nvSpPr>
          <p:cNvPr id="24" name="Freeform 23">
            <a:extLst>
              <a:ext uri="{FF2B5EF4-FFF2-40B4-BE49-F238E27FC236}">
                <a16:creationId xmlns:a16="http://schemas.microsoft.com/office/drawing/2014/main" id="{DCEAF726-95E1-8A34-13F1-109FB98C6990}"/>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extLst>
      <p:ext uri="{BB962C8B-B14F-4D97-AF65-F5344CB8AC3E}">
        <p14:creationId xmlns:p14="http://schemas.microsoft.com/office/powerpoint/2010/main" val="555042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1036767"/>
            <a:ext cx="10980000" cy="890663"/>
          </a:xfrm>
        </p:spPr>
        <p:txBody>
          <a:bodyPr/>
          <a:lstStyle>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a:r>
              <a:rPr lang="en-US"/>
              <a:t>Click to edit Master title style</a:t>
            </a:r>
          </a:p>
        </p:txBody>
      </p:sp>
      <p:sp>
        <p:nvSpPr>
          <p:cNvPr id="3" name="Content Placeholder 2"/>
          <p:cNvSpPr>
            <a:spLocks noGrp="1"/>
          </p:cNvSpPr>
          <p:nvPr>
            <p:ph idx="1"/>
          </p:nvPr>
        </p:nvSpPr>
        <p:spPr>
          <a:xfrm>
            <a:off x="606000" y="2020279"/>
            <a:ext cx="10980000" cy="4156684"/>
          </a:xfrm>
        </p:spPr>
        <p:txBody>
          <a:bodyPr/>
          <a:lstStyle>
            <a:lvl1pPr>
              <a:lnSpc>
                <a:spcPct val="130000"/>
              </a:lnSpc>
              <a:spcBef>
                <a:spcPts val="300"/>
              </a:spcBef>
              <a:spcAft>
                <a:spcPts val="300"/>
              </a:spcAft>
              <a:defRPr/>
            </a:lvl1pPr>
            <a:lvl2pPr>
              <a:lnSpc>
                <a:spcPct val="130000"/>
              </a:lnSpc>
              <a:spcBef>
                <a:spcPts val="300"/>
              </a:spcBef>
              <a:spcAft>
                <a:spcPts val="300"/>
              </a:spcAft>
              <a:defRPr/>
            </a:lvl2pPr>
            <a:lvl3pPr>
              <a:lnSpc>
                <a:spcPct val="130000"/>
              </a:lnSpc>
              <a:spcBef>
                <a:spcPts val="300"/>
              </a:spcBef>
              <a:spcAft>
                <a:spcPts val="300"/>
              </a:spcAft>
              <a:defRPr/>
            </a:lvl3pPr>
            <a:lvl4pPr>
              <a:lnSpc>
                <a:spcPct val="130000"/>
              </a:lnSpc>
              <a:spcBef>
                <a:spcPts val="300"/>
              </a:spcBef>
              <a:spcAft>
                <a:spcPts val="300"/>
              </a:spcAft>
              <a:defRPr/>
            </a:lvl4pPr>
            <a:lvl5pPr>
              <a:lnSpc>
                <a:spcPct val="130000"/>
              </a:lnSpc>
              <a:spcBef>
                <a:spcPts val="300"/>
              </a:spcBef>
              <a:spcAft>
                <a:spcPts val="3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33164" y="6356350"/>
            <a:ext cx="2743200" cy="365125"/>
          </a:xfrm>
        </p:spPr>
        <p:txBody>
          <a:bodyPr/>
          <a:lstStyle/>
          <a:p>
            <a:fld id="{A4B08D6D-E5AB-054C-8BBA-2EAE96362CB2}" type="datetime3">
              <a:rPr lang="en-US" smtClean="0"/>
              <a:t>22 May 2026</a:t>
            </a:fld>
            <a:endParaRPr lang="en-US"/>
          </a:p>
        </p:txBody>
      </p:sp>
      <p:sp>
        <p:nvSpPr>
          <p:cNvPr id="5" name="Footer Placeholder 4"/>
          <p:cNvSpPr>
            <a:spLocks noGrp="1"/>
          </p:cNvSpPr>
          <p:nvPr>
            <p:ph type="ftr" sz="quarter" idx="11"/>
          </p:nvPr>
        </p:nvSpPr>
        <p:spPr>
          <a:xfrm>
            <a:off x="4233564" y="6356350"/>
            <a:ext cx="4114800" cy="365125"/>
          </a:xfrm>
        </p:spPr>
        <p:txBody>
          <a:bodyPr/>
          <a:lstStyle/>
          <a:p>
            <a:r>
              <a:rPr lang="en-US"/>
              <a:t>Copyrights 2024 CE-UIT. All Rights Reserved.</a:t>
            </a:r>
          </a:p>
        </p:txBody>
      </p:sp>
      <p:sp>
        <p:nvSpPr>
          <p:cNvPr id="7" name="Rectangle 6">
            <a:extLst>
              <a:ext uri="{FF2B5EF4-FFF2-40B4-BE49-F238E27FC236}">
                <a16:creationId xmlns:a16="http://schemas.microsoft.com/office/drawing/2014/main" id="{107F0F65-AD9D-F4EF-651A-F8557E5CEDEF}"/>
              </a:ext>
            </a:extLst>
          </p:cNvPr>
          <p:cNvSpPr/>
          <p:nvPr userDrawn="1"/>
        </p:nvSpPr>
        <p:spPr>
          <a:xfrm rot="5400000">
            <a:off x="5778985" y="-5780045"/>
            <a:ext cx="631552" cy="12194479"/>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D6792619-8016-D1B1-D5B6-0463FC873115}"/>
              </a:ext>
            </a:extLst>
          </p:cNvPr>
          <p:cNvSpPr/>
          <p:nvPr userDrawn="1"/>
        </p:nvSpPr>
        <p:spPr>
          <a:xfrm rot="5400000" flipV="1">
            <a:off x="578022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E634CFDC-8819-F613-CB53-B010209F03B3}"/>
              </a:ext>
            </a:extLst>
          </p:cNvPr>
          <p:cNvSpPr txBox="1"/>
          <p:nvPr userDrawn="1"/>
        </p:nvSpPr>
        <p:spPr>
          <a:xfrm>
            <a:off x="240281" y="141423"/>
            <a:ext cx="7420291" cy="337383"/>
          </a:xfrm>
          <a:prstGeom prst="rect">
            <a:avLst/>
          </a:prstGeom>
          <a:noFill/>
        </p:spPr>
        <p:txBody>
          <a:bodyPr wrap="none" rtlCol="0">
            <a:spAutoFit/>
          </a:bodyPr>
          <a:lstStyle/>
          <a:p>
            <a:r>
              <a:rPr lang="en-VN" sz="1600" b="1">
                <a:solidFill>
                  <a:schemeClr val="bg1"/>
                </a:solidFill>
              </a:rPr>
              <a:t>FACULTY OF COMPUTER ENGINEERING</a:t>
            </a:r>
          </a:p>
        </p:txBody>
      </p:sp>
      <p:grpSp>
        <p:nvGrpSpPr>
          <p:cNvPr id="10" name="Group 9">
            <a:extLst>
              <a:ext uri="{FF2B5EF4-FFF2-40B4-BE49-F238E27FC236}">
                <a16:creationId xmlns:a16="http://schemas.microsoft.com/office/drawing/2014/main" id="{A847D5C7-4917-CA09-77DC-A3EC771CB75C}"/>
              </a:ext>
            </a:extLst>
          </p:cNvPr>
          <p:cNvGrpSpPr/>
          <p:nvPr userDrawn="1"/>
        </p:nvGrpSpPr>
        <p:grpSpPr>
          <a:xfrm>
            <a:off x="4479985" y="241694"/>
            <a:ext cx="3232030" cy="768394"/>
            <a:chOff x="4280055" y="84406"/>
            <a:chExt cx="3631889" cy="863458"/>
          </a:xfrm>
        </p:grpSpPr>
        <p:sp>
          <p:nvSpPr>
            <p:cNvPr id="11" name="Rounded Rectangle 10">
              <a:extLst>
                <a:ext uri="{FF2B5EF4-FFF2-40B4-BE49-F238E27FC236}">
                  <a16:creationId xmlns:a16="http://schemas.microsoft.com/office/drawing/2014/main" id="{48D4D6A6-CC45-52A4-171D-81125CDEE0BB}"/>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E10A2D28-A8FF-8313-ADCB-2B72C390FACF}"/>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3" name="Picture 12" descr="Icon&#10;&#10;Description automatically generated with medium confidence">
              <a:extLst>
                <a:ext uri="{FF2B5EF4-FFF2-40B4-BE49-F238E27FC236}">
                  <a16:creationId xmlns:a16="http://schemas.microsoft.com/office/drawing/2014/main" id="{1E73120D-A83C-0746-0C19-5132936E248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4" name="Picture 13" descr="A picture containing clipart, vector graphics&#10;&#10;Description automatically generated">
              <a:extLst>
                <a:ext uri="{FF2B5EF4-FFF2-40B4-BE49-F238E27FC236}">
                  <a16:creationId xmlns:a16="http://schemas.microsoft.com/office/drawing/2014/main" id="{FF279D30-BA02-4EF4-72A0-69A0DFA1F187}"/>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9" name="Group 18">
            <a:extLst>
              <a:ext uri="{FF2B5EF4-FFF2-40B4-BE49-F238E27FC236}">
                <a16:creationId xmlns:a16="http://schemas.microsoft.com/office/drawing/2014/main" id="{215A5037-1013-FEAC-916D-D7685B8E78E3}"/>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20" name="Oval 19">
              <a:extLst>
                <a:ext uri="{FF2B5EF4-FFF2-40B4-BE49-F238E27FC236}">
                  <a16:creationId xmlns:a16="http://schemas.microsoft.com/office/drawing/2014/main" id="{96836040-223F-32E9-6652-247D1B1776AC}"/>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Oval 20">
              <a:extLst>
                <a:ext uri="{FF2B5EF4-FFF2-40B4-BE49-F238E27FC236}">
                  <a16:creationId xmlns:a16="http://schemas.microsoft.com/office/drawing/2014/main" id="{BC7C8B3B-CA71-8CB4-C831-5785E5171D6A}"/>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6" name="Slide Number Placeholder 5"/>
          <p:cNvSpPr>
            <a:spLocks noGrp="1"/>
          </p:cNvSpPr>
          <p:nvPr userDrawn="1">
            <p:ph type="sldNum" sz="quarter" idx="12"/>
          </p:nvPr>
        </p:nvSpPr>
        <p:spPr>
          <a:xfrm>
            <a:off x="10422944" y="6356350"/>
            <a:ext cx="2743200" cy="365125"/>
          </a:xfrm>
        </p:spPr>
        <p:txBody>
          <a:bodyPr/>
          <a:lstStyle>
            <a:lvl1pPr algn="ctr">
              <a:defRPr>
                <a:solidFill>
                  <a:schemeClr val="bg1"/>
                </a:solidFill>
              </a:defRPr>
            </a:lvl1pPr>
          </a:lstStyle>
          <a:p>
            <a:fld id="{48F63A3B-78C7-47BE-AE5E-E10140E04643}" type="slidenum">
              <a:rPr lang="en-US" smtClean="0"/>
              <a:pPr/>
              <a:t>‹#›</a:t>
            </a:fld>
            <a:endParaRPr lang="en-US"/>
          </a:p>
        </p:txBody>
      </p:sp>
      <p:sp>
        <p:nvSpPr>
          <p:cNvPr id="24" name="Freeform 23">
            <a:extLst>
              <a:ext uri="{FF2B5EF4-FFF2-40B4-BE49-F238E27FC236}">
                <a16:creationId xmlns:a16="http://schemas.microsoft.com/office/drawing/2014/main" id="{DCEAF726-95E1-8A34-13F1-109FB98C6990}"/>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extLst>
      <p:ext uri="{BB962C8B-B14F-4D97-AF65-F5344CB8AC3E}">
        <p14:creationId xmlns:p14="http://schemas.microsoft.com/office/powerpoint/2010/main" val="2942804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1036767"/>
            <a:ext cx="10980000" cy="890663"/>
          </a:xfrm>
        </p:spPr>
        <p:txBody>
          <a:bodyPr/>
          <a:lstStyle>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a:r>
              <a:rPr lang="en-US"/>
              <a:t>Click to edit Master title style</a:t>
            </a:r>
          </a:p>
        </p:txBody>
      </p:sp>
      <p:sp>
        <p:nvSpPr>
          <p:cNvPr id="3" name="Content Placeholder 2"/>
          <p:cNvSpPr>
            <a:spLocks noGrp="1"/>
          </p:cNvSpPr>
          <p:nvPr>
            <p:ph idx="1"/>
          </p:nvPr>
        </p:nvSpPr>
        <p:spPr>
          <a:xfrm>
            <a:off x="606000" y="2020279"/>
            <a:ext cx="10980000" cy="4156684"/>
          </a:xfrm>
        </p:spPr>
        <p:txBody>
          <a:bodyPr/>
          <a:lstStyle>
            <a:lvl1pPr>
              <a:lnSpc>
                <a:spcPct val="130000"/>
              </a:lnSpc>
              <a:spcBef>
                <a:spcPts val="300"/>
              </a:spcBef>
              <a:spcAft>
                <a:spcPts val="300"/>
              </a:spcAft>
              <a:defRPr/>
            </a:lvl1pPr>
            <a:lvl2pPr>
              <a:lnSpc>
                <a:spcPct val="130000"/>
              </a:lnSpc>
              <a:spcBef>
                <a:spcPts val="300"/>
              </a:spcBef>
              <a:spcAft>
                <a:spcPts val="300"/>
              </a:spcAft>
              <a:defRPr/>
            </a:lvl2pPr>
            <a:lvl3pPr>
              <a:lnSpc>
                <a:spcPct val="130000"/>
              </a:lnSpc>
              <a:spcBef>
                <a:spcPts val="300"/>
              </a:spcBef>
              <a:spcAft>
                <a:spcPts val="300"/>
              </a:spcAft>
              <a:defRPr/>
            </a:lvl3pPr>
            <a:lvl4pPr>
              <a:lnSpc>
                <a:spcPct val="130000"/>
              </a:lnSpc>
              <a:spcBef>
                <a:spcPts val="300"/>
              </a:spcBef>
              <a:spcAft>
                <a:spcPts val="300"/>
              </a:spcAft>
              <a:defRPr/>
            </a:lvl4pPr>
            <a:lvl5pPr>
              <a:lnSpc>
                <a:spcPct val="130000"/>
              </a:lnSpc>
              <a:spcBef>
                <a:spcPts val="300"/>
              </a:spcBef>
              <a:spcAft>
                <a:spcPts val="3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33164" y="6356350"/>
            <a:ext cx="2743200" cy="365125"/>
          </a:xfrm>
        </p:spPr>
        <p:txBody>
          <a:bodyPr/>
          <a:lstStyle/>
          <a:p>
            <a:fld id="{A4B08D6D-E5AB-054C-8BBA-2EAE96362CB2}" type="datetime3">
              <a:rPr lang="en-US" smtClean="0"/>
              <a:t>22 May 2026</a:t>
            </a:fld>
            <a:endParaRPr lang="en-US"/>
          </a:p>
        </p:txBody>
      </p:sp>
      <p:sp>
        <p:nvSpPr>
          <p:cNvPr id="5" name="Footer Placeholder 4"/>
          <p:cNvSpPr>
            <a:spLocks noGrp="1"/>
          </p:cNvSpPr>
          <p:nvPr>
            <p:ph type="ftr" sz="quarter" idx="11"/>
          </p:nvPr>
        </p:nvSpPr>
        <p:spPr>
          <a:xfrm>
            <a:off x="4233564" y="6356350"/>
            <a:ext cx="4114800" cy="365125"/>
          </a:xfrm>
        </p:spPr>
        <p:txBody>
          <a:bodyPr/>
          <a:lstStyle/>
          <a:p>
            <a:r>
              <a:rPr lang="en-US"/>
              <a:t>Copyrights 2024 CE-UIT. All Rights Reserved.</a:t>
            </a:r>
          </a:p>
        </p:txBody>
      </p:sp>
      <p:sp>
        <p:nvSpPr>
          <p:cNvPr id="7" name="Rectangle 6">
            <a:extLst>
              <a:ext uri="{FF2B5EF4-FFF2-40B4-BE49-F238E27FC236}">
                <a16:creationId xmlns:a16="http://schemas.microsoft.com/office/drawing/2014/main" id="{107F0F65-AD9D-F4EF-651A-F8557E5CEDEF}"/>
              </a:ext>
            </a:extLst>
          </p:cNvPr>
          <p:cNvSpPr/>
          <p:nvPr userDrawn="1"/>
        </p:nvSpPr>
        <p:spPr>
          <a:xfrm rot="5400000">
            <a:off x="5778985" y="-5780045"/>
            <a:ext cx="631552" cy="12194479"/>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D6792619-8016-D1B1-D5B6-0463FC873115}"/>
              </a:ext>
            </a:extLst>
          </p:cNvPr>
          <p:cNvSpPr/>
          <p:nvPr userDrawn="1"/>
        </p:nvSpPr>
        <p:spPr>
          <a:xfrm rot="5400000" flipV="1">
            <a:off x="578022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E634CFDC-8819-F613-CB53-B010209F03B3}"/>
              </a:ext>
            </a:extLst>
          </p:cNvPr>
          <p:cNvSpPr txBox="1"/>
          <p:nvPr userDrawn="1"/>
        </p:nvSpPr>
        <p:spPr>
          <a:xfrm>
            <a:off x="240281" y="141423"/>
            <a:ext cx="7420291" cy="337383"/>
          </a:xfrm>
          <a:prstGeom prst="rect">
            <a:avLst/>
          </a:prstGeom>
          <a:noFill/>
        </p:spPr>
        <p:txBody>
          <a:bodyPr wrap="none" rtlCol="0">
            <a:spAutoFit/>
          </a:bodyPr>
          <a:lstStyle/>
          <a:p>
            <a:r>
              <a:rPr lang="en-VN" sz="1600" b="1">
                <a:solidFill>
                  <a:schemeClr val="bg1"/>
                </a:solidFill>
              </a:rPr>
              <a:t>FACULTY OF COMPUTER ENGINEERING</a:t>
            </a:r>
          </a:p>
        </p:txBody>
      </p:sp>
      <p:grpSp>
        <p:nvGrpSpPr>
          <p:cNvPr id="10" name="Group 9">
            <a:extLst>
              <a:ext uri="{FF2B5EF4-FFF2-40B4-BE49-F238E27FC236}">
                <a16:creationId xmlns:a16="http://schemas.microsoft.com/office/drawing/2014/main" id="{A847D5C7-4917-CA09-77DC-A3EC771CB75C}"/>
              </a:ext>
            </a:extLst>
          </p:cNvPr>
          <p:cNvGrpSpPr/>
          <p:nvPr userDrawn="1"/>
        </p:nvGrpSpPr>
        <p:grpSpPr>
          <a:xfrm>
            <a:off x="4479985" y="241694"/>
            <a:ext cx="3232030" cy="768394"/>
            <a:chOff x="4280055" y="84406"/>
            <a:chExt cx="3631889" cy="863458"/>
          </a:xfrm>
        </p:grpSpPr>
        <p:sp>
          <p:nvSpPr>
            <p:cNvPr id="11" name="Rounded Rectangle 10">
              <a:extLst>
                <a:ext uri="{FF2B5EF4-FFF2-40B4-BE49-F238E27FC236}">
                  <a16:creationId xmlns:a16="http://schemas.microsoft.com/office/drawing/2014/main" id="{48D4D6A6-CC45-52A4-171D-81125CDEE0BB}"/>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E10A2D28-A8FF-8313-ADCB-2B72C390FACF}"/>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3" name="Picture 12" descr="Icon&#10;&#10;Description automatically generated with medium confidence">
              <a:extLst>
                <a:ext uri="{FF2B5EF4-FFF2-40B4-BE49-F238E27FC236}">
                  <a16:creationId xmlns:a16="http://schemas.microsoft.com/office/drawing/2014/main" id="{1E73120D-A83C-0746-0C19-5132936E248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4" name="Picture 13" descr="A picture containing clipart, vector graphics&#10;&#10;Description automatically generated">
              <a:extLst>
                <a:ext uri="{FF2B5EF4-FFF2-40B4-BE49-F238E27FC236}">
                  <a16:creationId xmlns:a16="http://schemas.microsoft.com/office/drawing/2014/main" id="{FF279D30-BA02-4EF4-72A0-69A0DFA1F187}"/>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9" name="Group 18">
            <a:extLst>
              <a:ext uri="{FF2B5EF4-FFF2-40B4-BE49-F238E27FC236}">
                <a16:creationId xmlns:a16="http://schemas.microsoft.com/office/drawing/2014/main" id="{215A5037-1013-FEAC-916D-D7685B8E78E3}"/>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20" name="Oval 19">
              <a:extLst>
                <a:ext uri="{FF2B5EF4-FFF2-40B4-BE49-F238E27FC236}">
                  <a16:creationId xmlns:a16="http://schemas.microsoft.com/office/drawing/2014/main" id="{96836040-223F-32E9-6652-247D1B1776AC}"/>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Oval 20">
              <a:extLst>
                <a:ext uri="{FF2B5EF4-FFF2-40B4-BE49-F238E27FC236}">
                  <a16:creationId xmlns:a16="http://schemas.microsoft.com/office/drawing/2014/main" id="{BC7C8B3B-CA71-8CB4-C831-5785E5171D6A}"/>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6" name="Slide Number Placeholder 5"/>
          <p:cNvSpPr>
            <a:spLocks noGrp="1"/>
          </p:cNvSpPr>
          <p:nvPr userDrawn="1">
            <p:ph type="sldNum" sz="quarter" idx="12"/>
          </p:nvPr>
        </p:nvSpPr>
        <p:spPr>
          <a:xfrm>
            <a:off x="10422944" y="6356350"/>
            <a:ext cx="2743200" cy="365125"/>
          </a:xfrm>
        </p:spPr>
        <p:txBody>
          <a:bodyPr/>
          <a:lstStyle>
            <a:lvl1pPr algn="ctr">
              <a:defRPr>
                <a:solidFill>
                  <a:schemeClr val="bg1"/>
                </a:solidFill>
              </a:defRPr>
            </a:lvl1pPr>
          </a:lstStyle>
          <a:p>
            <a:fld id="{48F63A3B-78C7-47BE-AE5E-E10140E04643}" type="slidenum">
              <a:rPr lang="en-US" smtClean="0"/>
              <a:pPr/>
              <a:t>‹#›</a:t>
            </a:fld>
            <a:endParaRPr lang="en-US"/>
          </a:p>
        </p:txBody>
      </p:sp>
      <p:sp>
        <p:nvSpPr>
          <p:cNvPr id="24" name="Freeform 23">
            <a:extLst>
              <a:ext uri="{FF2B5EF4-FFF2-40B4-BE49-F238E27FC236}">
                <a16:creationId xmlns:a16="http://schemas.microsoft.com/office/drawing/2014/main" id="{DCEAF726-95E1-8A34-13F1-109FB98C6990}"/>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extLst>
      <p:ext uri="{BB962C8B-B14F-4D97-AF65-F5344CB8AC3E}">
        <p14:creationId xmlns:p14="http://schemas.microsoft.com/office/powerpoint/2010/main" val="314434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1036767"/>
            <a:ext cx="10980000" cy="890663"/>
          </a:xfrm>
        </p:spPr>
        <p:txBody>
          <a:bodyPr/>
          <a:lstStyle>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a:r>
              <a:rPr lang="en-US"/>
              <a:t>Click to edit Master title style</a:t>
            </a:r>
          </a:p>
        </p:txBody>
      </p:sp>
      <p:sp>
        <p:nvSpPr>
          <p:cNvPr id="3" name="Content Placeholder 2"/>
          <p:cNvSpPr>
            <a:spLocks noGrp="1"/>
          </p:cNvSpPr>
          <p:nvPr>
            <p:ph idx="1"/>
          </p:nvPr>
        </p:nvSpPr>
        <p:spPr>
          <a:xfrm>
            <a:off x="606000" y="2020279"/>
            <a:ext cx="10980000" cy="4156684"/>
          </a:xfrm>
        </p:spPr>
        <p:txBody>
          <a:bodyPr/>
          <a:lstStyle>
            <a:lvl1pPr>
              <a:lnSpc>
                <a:spcPct val="130000"/>
              </a:lnSpc>
              <a:spcBef>
                <a:spcPts val="300"/>
              </a:spcBef>
              <a:spcAft>
                <a:spcPts val="300"/>
              </a:spcAft>
              <a:defRPr/>
            </a:lvl1pPr>
            <a:lvl2pPr>
              <a:lnSpc>
                <a:spcPct val="130000"/>
              </a:lnSpc>
              <a:spcBef>
                <a:spcPts val="300"/>
              </a:spcBef>
              <a:spcAft>
                <a:spcPts val="300"/>
              </a:spcAft>
              <a:defRPr/>
            </a:lvl2pPr>
            <a:lvl3pPr>
              <a:lnSpc>
                <a:spcPct val="130000"/>
              </a:lnSpc>
              <a:spcBef>
                <a:spcPts val="300"/>
              </a:spcBef>
              <a:spcAft>
                <a:spcPts val="300"/>
              </a:spcAft>
              <a:defRPr/>
            </a:lvl3pPr>
            <a:lvl4pPr>
              <a:lnSpc>
                <a:spcPct val="130000"/>
              </a:lnSpc>
              <a:spcBef>
                <a:spcPts val="300"/>
              </a:spcBef>
              <a:spcAft>
                <a:spcPts val="300"/>
              </a:spcAft>
              <a:defRPr/>
            </a:lvl4pPr>
            <a:lvl5pPr>
              <a:lnSpc>
                <a:spcPct val="130000"/>
              </a:lnSpc>
              <a:spcBef>
                <a:spcPts val="300"/>
              </a:spcBef>
              <a:spcAft>
                <a:spcPts val="3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33164" y="6356350"/>
            <a:ext cx="2743200" cy="365125"/>
          </a:xfrm>
        </p:spPr>
        <p:txBody>
          <a:bodyPr/>
          <a:lstStyle/>
          <a:p>
            <a:fld id="{A4B08D6D-E5AB-054C-8BBA-2EAE96362CB2}" type="datetime3">
              <a:rPr lang="en-US" smtClean="0"/>
              <a:t>22 May 2026</a:t>
            </a:fld>
            <a:endParaRPr lang="en-US"/>
          </a:p>
        </p:txBody>
      </p:sp>
      <p:sp>
        <p:nvSpPr>
          <p:cNvPr id="5" name="Footer Placeholder 4"/>
          <p:cNvSpPr>
            <a:spLocks noGrp="1"/>
          </p:cNvSpPr>
          <p:nvPr>
            <p:ph type="ftr" sz="quarter" idx="11"/>
          </p:nvPr>
        </p:nvSpPr>
        <p:spPr>
          <a:xfrm>
            <a:off x="4233564" y="6356350"/>
            <a:ext cx="4114800" cy="365125"/>
          </a:xfrm>
        </p:spPr>
        <p:txBody>
          <a:bodyPr/>
          <a:lstStyle/>
          <a:p>
            <a:r>
              <a:rPr lang="en-US"/>
              <a:t>Copyrights 2024 CE-UIT. All Rights Reserved.</a:t>
            </a:r>
          </a:p>
        </p:txBody>
      </p:sp>
      <p:sp>
        <p:nvSpPr>
          <p:cNvPr id="7" name="Rectangle 6">
            <a:extLst>
              <a:ext uri="{FF2B5EF4-FFF2-40B4-BE49-F238E27FC236}">
                <a16:creationId xmlns:a16="http://schemas.microsoft.com/office/drawing/2014/main" id="{107F0F65-AD9D-F4EF-651A-F8557E5CEDEF}"/>
              </a:ext>
            </a:extLst>
          </p:cNvPr>
          <p:cNvSpPr/>
          <p:nvPr userDrawn="1"/>
        </p:nvSpPr>
        <p:spPr>
          <a:xfrm rot="5400000">
            <a:off x="5778985" y="-5780045"/>
            <a:ext cx="631552" cy="12194479"/>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D6792619-8016-D1B1-D5B6-0463FC873115}"/>
              </a:ext>
            </a:extLst>
          </p:cNvPr>
          <p:cNvSpPr/>
          <p:nvPr userDrawn="1"/>
        </p:nvSpPr>
        <p:spPr>
          <a:xfrm rot="5400000" flipV="1">
            <a:off x="578022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E634CFDC-8819-F613-CB53-B010209F03B3}"/>
              </a:ext>
            </a:extLst>
          </p:cNvPr>
          <p:cNvSpPr txBox="1"/>
          <p:nvPr userDrawn="1"/>
        </p:nvSpPr>
        <p:spPr>
          <a:xfrm>
            <a:off x="240281" y="141423"/>
            <a:ext cx="7420291" cy="337383"/>
          </a:xfrm>
          <a:prstGeom prst="rect">
            <a:avLst/>
          </a:prstGeom>
          <a:noFill/>
        </p:spPr>
        <p:txBody>
          <a:bodyPr wrap="none" rtlCol="0">
            <a:spAutoFit/>
          </a:bodyPr>
          <a:lstStyle/>
          <a:p>
            <a:r>
              <a:rPr lang="en-VN" sz="1600" b="1">
                <a:solidFill>
                  <a:schemeClr val="bg1"/>
                </a:solidFill>
              </a:rPr>
              <a:t>FACULTY OF COMPUTER ENGINEERING</a:t>
            </a:r>
          </a:p>
        </p:txBody>
      </p:sp>
      <p:grpSp>
        <p:nvGrpSpPr>
          <p:cNvPr id="10" name="Group 9">
            <a:extLst>
              <a:ext uri="{FF2B5EF4-FFF2-40B4-BE49-F238E27FC236}">
                <a16:creationId xmlns:a16="http://schemas.microsoft.com/office/drawing/2014/main" id="{A847D5C7-4917-CA09-77DC-A3EC771CB75C}"/>
              </a:ext>
            </a:extLst>
          </p:cNvPr>
          <p:cNvGrpSpPr/>
          <p:nvPr userDrawn="1"/>
        </p:nvGrpSpPr>
        <p:grpSpPr>
          <a:xfrm>
            <a:off x="4479985" y="241694"/>
            <a:ext cx="3232030" cy="768394"/>
            <a:chOff x="4280055" y="84406"/>
            <a:chExt cx="3631889" cy="863458"/>
          </a:xfrm>
        </p:grpSpPr>
        <p:sp>
          <p:nvSpPr>
            <p:cNvPr id="11" name="Rounded Rectangle 10">
              <a:extLst>
                <a:ext uri="{FF2B5EF4-FFF2-40B4-BE49-F238E27FC236}">
                  <a16:creationId xmlns:a16="http://schemas.microsoft.com/office/drawing/2014/main" id="{48D4D6A6-CC45-52A4-171D-81125CDEE0BB}"/>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E10A2D28-A8FF-8313-ADCB-2B72C390FACF}"/>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3" name="Picture 12" descr="Icon&#10;&#10;Description automatically generated with medium confidence">
              <a:extLst>
                <a:ext uri="{FF2B5EF4-FFF2-40B4-BE49-F238E27FC236}">
                  <a16:creationId xmlns:a16="http://schemas.microsoft.com/office/drawing/2014/main" id="{1E73120D-A83C-0746-0C19-5132936E248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4" name="Picture 13" descr="A picture containing clipart, vector graphics&#10;&#10;Description automatically generated">
              <a:extLst>
                <a:ext uri="{FF2B5EF4-FFF2-40B4-BE49-F238E27FC236}">
                  <a16:creationId xmlns:a16="http://schemas.microsoft.com/office/drawing/2014/main" id="{FF279D30-BA02-4EF4-72A0-69A0DFA1F187}"/>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9" name="Group 18">
            <a:extLst>
              <a:ext uri="{FF2B5EF4-FFF2-40B4-BE49-F238E27FC236}">
                <a16:creationId xmlns:a16="http://schemas.microsoft.com/office/drawing/2014/main" id="{215A5037-1013-FEAC-916D-D7685B8E78E3}"/>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20" name="Oval 19">
              <a:extLst>
                <a:ext uri="{FF2B5EF4-FFF2-40B4-BE49-F238E27FC236}">
                  <a16:creationId xmlns:a16="http://schemas.microsoft.com/office/drawing/2014/main" id="{96836040-223F-32E9-6652-247D1B1776AC}"/>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Oval 20">
              <a:extLst>
                <a:ext uri="{FF2B5EF4-FFF2-40B4-BE49-F238E27FC236}">
                  <a16:creationId xmlns:a16="http://schemas.microsoft.com/office/drawing/2014/main" id="{BC7C8B3B-CA71-8CB4-C831-5785E5171D6A}"/>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6" name="Slide Number Placeholder 5"/>
          <p:cNvSpPr>
            <a:spLocks noGrp="1"/>
          </p:cNvSpPr>
          <p:nvPr userDrawn="1">
            <p:ph type="sldNum" sz="quarter" idx="12"/>
          </p:nvPr>
        </p:nvSpPr>
        <p:spPr>
          <a:xfrm>
            <a:off x="10422944" y="6356350"/>
            <a:ext cx="2743200" cy="365125"/>
          </a:xfrm>
        </p:spPr>
        <p:txBody>
          <a:bodyPr/>
          <a:lstStyle>
            <a:lvl1pPr algn="ctr">
              <a:defRPr>
                <a:solidFill>
                  <a:schemeClr val="bg1"/>
                </a:solidFill>
              </a:defRPr>
            </a:lvl1pPr>
          </a:lstStyle>
          <a:p>
            <a:fld id="{48F63A3B-78C7-47BE-AE5E-E10140E04643}" type="slidenum">
              <a:rPr lang="en-US" smtClean="0"/>
              <a:pPr/>
              <a:t>‹#›</a:t>
            </a:fld>
            <a:endParaRPr lang="en-US"/>
          </a:p>
        </p:txBody>
      </p:sp>
      <p:sp>
        <p:nvSpPr>
          <p:cNvPr id="24" name="Freeform 23">
            <a:extLst>
              <a:ext uri="{FF2B5EF4-FFF2-40B4-BE49-F238E27FC236}">
                <a16:creationId xmlns:a16="http://schemas.microsoft.com/office/drawing/2014/main" id="{DCEAF726-95E1-8A34-13F1-109FB98C6990}"/>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extLst>
      <p:ext uri="{BB962C8B-B14F-4D97-AF65-F5344CB8AC3E}">
        <p14:creationId xmlns:p14="http://schemas.microsoft.com/office/powerpoint/2010/main" val="4110370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1036767"/>
            <a:ext cx="10980000" cy="890663"/>
          </a:xfrm>
        </p:spPr>
        <p:txBody>
          <a:bodyPr/>
          <a:lstStyle>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a:r>
              <a:rPr lang="en-US"/>
              <a:t>Click to edit Master title style</a:t>
            </a:r>
          </a:p>
        </p:txBody>
      </p:sp>
      <p:sp>
        <p:nvSpPr>
          <p:cNvPr id="3" name="Content Placeholder 2"/>
          <p:cNvSpPr>
            <a:spLocks noGrp="1"/>
          </p:cNvSpPr>
          <p:nvPr>
            <p:ph idx="1"/>
          </p:nvPr>
        </p:nvSpPr>
        <p:spPr>
          <a:xfrm>
            <a:off x="606000" y="2020279"/>
            <a:ext cx="10980000" cy="4156684"/>
          </a:xfrm>
        </p:spPr>
        <p:txBody>
          <a:bodyPr/>
          <a:lstStyle>
            <a:lvl1pPr>
              <a:lnSpc>
                <a:spcPct val="130000"/>
              </a:lnSpc>
              <a:spcBef>
                <a:spcPts val="300"/>
              </a:spcBef>
              <a:spcAft>
                <a:spcPts val="300"/>
              </a:spcAft>
              <a:defRPr/>
            </a:lvl1pPr>
            <a:lvl2pPr>
              <a:lnSpc>
                <a:spcPct val="130000"/>
              </a:lnSpc>
              <a:spcBef>
                <a:spcPts val="300"/>
              </a:spcBef>
              <a:spcAft>
                <a:spcPts val="300"/>
              </a:spcAft>
              <a:defRPr/>
            </a:lvl2pPr>
            <a:lvl3pPr>
              <a:lnSpc>
                <a:spcPct val="130000"/>
              </a:lnSpc>
              <a:spcBef>
                <a:spcPts val="300"/>
              </a:spcBef>
              <a:spcAft>
                <a:spcPts val="300"/>
              </a:spcAft>
              <a:defRPr/>
            </a:lvl3pPr>
            <a:lvl4pPr>
              <a:lnSpc>
                <a:spcPct val="130000"/>
              </a:lnSpc>
              <a:spcBef>
                <a:spcPts val="300"/>
              </a:spcBef>
              <a:spcAft>
                <a:spcPts val="300"/>
              </a:spcAft>
              <a:defRPr/>
            </a:lvl4pPr>
            <a:lvl5pPr>
              <a:lnSpc>
                <a:spcPct val="130000"/>
              </a:lnSpc>
              <a:spcBef>
                <a:spcPts val="300"/>
              </a:spcBef>
              <a:spcAft>
                <a:spcPts val="3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33164" y="6356350"/>
            <a:ext cx="2743200" cy="365125"/>
          </a:xfrm>
        </p:spPr>
        <p:txBody>
          <a:bodyPr/>
          <a:lstStyle/>
          <a:p>
            <a:fld id="{A4B08D6D-E5AB-054C-8BBA-2EAE96362CB2}" type="datetime3">
              <a:rPr lang="en-US" smtClean="0"/>
              <a:t>22 May 2026</a:t>
            </a:fld>
            <a:endParaRPr lang="en-US"/>
          </a:p>
        </p:txBody>
      </p:sp>
      <p:sp>
        <p:nvSpPr>
          <p:cNvPr id="5" name="Footer Placeholder 4"/>
          <p:cNvSpPr>
            <a:spLocks noGrp="1"/>
          </p:cNvSpPr>
          <p:nvPr>
            <p:ph type="ftr" sz="quarter" idx="11"/>
          </p:nvPr>
        </p:nvSpPr>
        <p:spPr>
          <a:xfrm>
            <a:off x="4233564" y="6356350"/>
            <a:ext cx="4114800" cy="365125"/>
          </a:xfrm>
        </p:spPr>
        <p:txBody>
          <a:bodyPr/>
          <a:lstStyle/>
          <a:p>
            <a:r>
              <a:rPr lang="en-US"/>
              <a:t>Copyrights 2024 CE-UIT. All Rights Reserved.</a:t>
            </a:r>
          </a:p>
        </p:txBody>
      </p:sp>
      <p:sp>
        <p:nvSpPr>
          <p:cNvPr id="7" name="Rectangle 6">
            <a:extLst>
              <a:ext uri="{FF2B5EF4-FFF2-40B4-BE49-F238E27FC236}">
                <a16:creationId xmlns:a16="http://schemas.microsoft.com/office/drawing/2014/main" id="{107F0F65-AD9D-F4EF-651A-F8557E5CEDEF}"/>
              </a:ext>
            </a:extLst>
          </p:cNvPr>
          <p:cNvSpPr/>
          <p:nvPr userDrawn="1"/>
        </p:nvSpPr>
        <p:spPr>
          <a:xfrm rot="5400000">
            <a:off x="5778985" y="-5780045"/>
            <a:ext cx="631552" cy="12194479"/>
          </a:xfrm>
          <a:prstGeom prst="rect">
            <a:avLst/>
          </a:prstGeom>
          <a:gradFill>
            <a:gsLst>
              <a:gs pos="0">
                <a:schemeClr val="accent3">
                  <a:lumMod val="75000"/>
                </a:schemeClr>
              </a:gs>
              <a:gs pos="100000">
                <a:schemeClr val="accent4">
                  <a:lumMod val="75000"/>
                </a:schemeClr>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D6792619-8016-D1B1-D5B6-0463FC873115}"/>
              </a:ext>
            </a:extLst>
          </p:cNvPr>
          <p:cNvSpPr/>
          <p:nvPr userDrawn="1"/>
        </p:nvSpPr>
        <p:spPr>
          <a:xfrm rot="5400000" flipV="1">
            <a:off x="578022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E634CFDC-8819-F613-CB53-B010209F03B3}"/>
              </a:ext>
            </a:extLst>
          </p:cNvPr>
          <p:cNvSpPr txBox="1"/>
          <p:nvPr userDrawn="1"/>
        </p:nvSpPr>
        <p:spPr>
          <a:xfrm>
            <a:off x="240281" y="141423"/>
            <a:ext cx="7420291" cy="337383"/>
          </a:xfrm>
          <a:prstGeom prst="rect">
            <a:avLst/>
          </a:prstGeom>
          <a:noFill/>
        </p:spPr>
        <p:txBody>
          <a:bodyPr wrap="none" rtlCol="0">
            <a:spAutoFit/>
          </a:bodyPr>
          <a:lstStyle/>
          <a:p>
            <a:r>
              <a:rPr lang="en-VN" sz="1600" b="1">
                <a:solidFill>
                  <a:schemeClr val="bg1"/>
                </a:solidFill>
              </a:rPr>
              <a:t>FACULTY OF COMPUTER ENGINEERING</a:t>
            </a:r>
          </a:p>
        </p:txBody>
      </p:sp>
      <p:grpSp>
        <p:nvGrpSpPr>
          <p:cNvPr id="10" name="Group 9">
            <a:extLst>
              <a:ext uri="{FF2B5EF4-FFF2-40B4-BE49-F238E27FC236}">
                <a16:creationId xmlns:a16="http://schemas.microsoft.com/office/drawing/2014/main" id="{A847D5C7-4917-CA09-77DC-A3EC771CB75C}"/>
              </a:ext>
            </a:extLst>
          </p:cNvPr>
          <p:cNvGrpSpPr/>
          <p:nvPr userDrawn="1"/>
        </p:nvGrpSpPr>
        <p:grpSpPr>
          <a:xfrm>
            <a:off x="4479985" y="241694"/>
            <a:ext cx="3232030" cy="768394"/>
            <a:chOff x="4280055" y="84406"/>
            <a:chExt cx="3631889" cy="863458"/>
          </a:xfrm>
        </p:grpSpPr>
        <p:sp>
          <p:nvSpPr>
            <p:cNvPr id="11" name="Rounded Rectangle 10">
              <a:extLst>
                <a:ext uri="{FF2B5EF4-FFF2-40B4-BE49-F238E27FC236}">
                  <a16:creationId xmlns:a16="http://schemas.microsoft.com/office/drawing/2014/main" id="{48D4D6A6-CC45-52A4-171D-81125CDEE0BB}"/>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E10A2D28-A8FF-8313-ADCB-2B72C390FACF}"/>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3" name="Picture 12" descr="Icon&#10;&#10;Description automatically generated with medium confidence">
              <a:extLst>
                <a:ext uri="{FF2B5EF4-FFF2-40B4-BE49-F238E27FC236}">
                  <a16:creationId xmlns:a16="http://schemas.microsoft.com/office/drawing/2014/main" id="{1E73120D-A83C-0746-0C19-5132936E248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4" name="Picture 13" descr="A picture containing clipart, vector graphics&#10;&#10;Description automatically generated">
              <a:extLst>
                <a:ext uri="{FF2B5EF4-FFF2-40B4-BE49-F238E27FC236}">
                  <a16:creationId xmlns:a16="http://schemas.microsoft.com/office/drawing/2014/main" id="{FF279D30-BA02-4EF4-72A0-69A0DFA1F187}"/>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9" name="Group 18">
            <a:extLst>
              <a:ext uri="{FF2B5EF4-FFF2-40B4-BE49-F238E27FC236}">
                <a16:creationId xmlns:a16="http://schemas.microsoft.com/office/drawing/2014/main" id="{215A5037-1013-FEAC-916D-D7685B8E78E3}"/>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20" name="Oval 19">
              <a:extLst>
                <a:ext uri="{FF2B5EF4-FFF2-40B4-BE49-F238E27FC236}">
                  <a16:creationId xmlns:a16="http://schemas.microsoft.com/office/drawing/2014/main" id="{96836040-223F-32E9-6652-247D1B1776AC}"/>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Oval 20">
              <a:extLst>
                <a:ext uri="{FF2B5EF4-FFF2-40B4-BE49-F238E27FC236}">
                  <a16:creationId xmlns:a16="http://schemas.microsoft.com/office/drawing/2014/main" id="{BC7C8B3B-CA71-8CB4-C831-5785E5171D6A}"/>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6" name="Slide Number Placeholder 5"/>
          <p:cNvSpPr>
            <a:spLocks noGrp="1"/>
          </p:cNvSpPr>
          <p:nvPr userDrawn="1">
            <p:ph type="sldNum" sz="quarter" idx="12"/>
          </p:nvPr>
        </p:nvSpPr>
        <p:spPr>
          <a:xfrm>
            <a:off x="10422944" y="6356350"/>
            <a:ext cx="2743200" cy="365125"/>
          </a:xfrm>
        </p:spPr>
        <p:txBody>
          <a:bodyPr/>
          <a:lstStyle>
            <a:lvl1pPr algn="ctr">
              <a:defRPr>
                <a:solidFill>
                  <a:schemeClr val="bg1"/>
                </a:solidFill>
              </a:defRPr>
            </a:lvl1pPr>
          </a:lstStyle>
          <a:p>
            <a:fld id="{48F63A3B-78C7-47BE-AE5E-E10140E04643}" type="slidenum">
              <a:rPr lang="en-US" smtClean="0"/>
              <a:pPr/>
              <a:t>‹#›</a:t>
            </a:fld>
            <a:endParaRPr lang="en-US"/>
          </a:p>
        </p:txBody>
      </p:sp>
      <p:sp>
        <p:nvSpPr>
          <p:cNvPr id="24" name="Freeform 23">
            <a:extLst>
              <a:ext uri="{FF2B5EF4-FFF2-40B4-BE49-F238E27FC236}">
                <a16:creationId xmlns:a16="http://schemas.microsoft.com/office/drawing/2014/main" id="{DCEAF726-95E1-8A34-13F1-109FB98C6990}"/>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extLst>
      <p:ext uri="{BB962C8B-B14F-4D97-AF65-F5344CB8AC3E}">
        <p14:creationId xmlns:p14="http://schemas.microsoft.com/office/powerpoint/2010/main" val="1221615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6000" y="898975"/>
            <a:ext cx="10980000" cy="841231"/>
          </a:xfrm>
        </p:spPr>
        <p:txBody>
          <a:bodyPr>
            <a:normAutofit/>
          </a:bodyPr>
          <a:lstStyle>
            <a:lvl1pPr marL="0" indent="0" algn="l" defTabSz="914400" rtl="0" eaLnBrk="1" latinLnBrk="0" hangingPunct="1">
              <a:lnSpc>
                <a:spcPct val="90000"/>
              </a:lnSpc>
              <a:spcBef>
                <a:spcPct val="0"/>
              </a:spcBef>
              <a:buFont typeface="+mj-lt"/>
              <a:buNone/>
              <a:defRPr lang="en-US" sz="44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a:t>Click to edit Master title style</a:t>
            </a:r>
          </a:p>
        </p:txBody>
      </p:sp>
      <p:sp>
        <p:nvSpPr>
          <p:cNvPr id="3" name="Content Placeholder 2"/>
          <p:cNvSpPr>
            <a:spLocks noGrp="1"/>
          </p:cNvSpPr>
          <p:nvPr>
            <p:ph sz="half" idx="1"/>
          </p:nvPr>
        </p:nvSpPr>
        <p:spPr>
          <a:xfrm>
            <a:off x="616856" y="2006210"/>
            <a:ext cx="5310000" cy="41707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6000" y="2006210"/>
            <a:ext cx="5310000" cy="41707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04E05FC-80DB-0148-874D-D86DE9D2ADC5}" type="datetime3">
              <a:rPr lang="en-US" smtClean="0"/>
              <a:t>22 May 2026</a:t>
            </a:fld>
            <a:endParaRPr lang="en-US"/>
          </a:p>
        </p:txBody>
      </p:sp>
      <p:sp>
        <p:nvSpPr>
          <p:cNvPr id="6" name="Footer Placeholder 5"/>
          <p:cNvSpPr>
            <a:spLocks noGrp="1"/>
          </p:cNvSpPr>
          <p:nvPr>
            <p:ph type="ftr" sz="quarter" idx="11"/>
          </p:nvPr>
        </p:nvSpPr>
        <p:spPr/>
        <p:txBody>
          <a:bodyPr/>
          <a:lstStyle/>
          <a:p>
            <a:r>
              <a:rPr lang="en-US"/>
              <a:t>Copyrights 2024 CE-UIT. All Rights Reserved.</a:t>
            </a:r>
          </a:p>
        </p:txBody>
      </p:sp>
      <p:sp>
        <p:nvSpPr>
          <p:cNvPr id="8" name="Rectangle 7">
            <a:extLst>
              <a:ext uri="{FF2B5EF4-FFF2-40B4-BE49-F238E27FC236}">
                <a16:creationId xmlns:a16="http://schemas.microsoft.com/office/drawing/2014/main" id="{555501B7-06E2-F246-2BAD-EAF23122D87C}"/>
              </a:ext>
            </a:extLst>
          </p:cNvPr>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Rectangle 8">
            <a:extLst>
              <a:ext uri="{FF2B5EF4-FFF2-40B4-BE49-F238E27FC236}">
                <a16:creationId xmlns:a16="http://schemas.microsoft.com/office/drawing/2014/main" id="{22FA2C82-F7CF-516D-BCFE-BD30ECC9EA5A}"/>
              </a:ext>
            </a:extLst>
          </p:cNvPr>
          <p:cNvSpPr/>
          <p:nvPr userDrawn="1"/>
        </p:nvSpPr>
        <p:spPr>
          <a:xfrm rot="5400000" flipV="1">
            <a:off x="577898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 name="TextBox 9">
            <a:extLst>
              <a:ext uri="{FF2B5EF4-FFF2-40B4-BE49-F238E27FC236}">
                <a16:creationId xmlns:a16="http://schemas.microsoft.com/office/drawing/2014/main" id="{11B8F8FF-3914-88F4-7096-A2992F1DABC0}"/>
              </a:ext>
            </a:extLst>
          </p:cNvPr>
          <p:cNvSpPr txBox="1"/>
          <p:nvPr userDrawn="1"/>
        </p:nvSpPr>
        <p:spPr>
          <a:xfrm>
            <a:off x="240281" y="141423"/>
            <a:ext cx="7420291" cy="337383"/>
          </a:xfrm>
          <a:prstGeom prst="rect">
            <a:avLst/>
          </a:prstGeom>
          <a:noFill/>
        </p:spPr>
        <p:txBody>
          <a:bodyPr wrap="none" rtlCol="0">
            <a:spAutoFit/>
          </a:bodyPr>
          <a:lstStyle/>
          <a:p>
            <a:r>
              <a:rPr lang="en-VN" sz="1600" b="1">
                <a:solidFill>
                  <a:schemeClr val="bg1"/>
                </a:solidFill>
              </a:rPr>
              <a:t>FACULTY OF COMPUTER ENGINEERING</a:t>
            </a:r>
          </a:p>
        </p:txBody>
      </p:sp>
      <p:grpSp>
        <p:nvGrpSpPr>
          <p:cNvPr id="11" name="Group 10">
            <a:extLst>
              <a:ext uri="{FF2B5EF4-FFF2-40B4-BE49-F238E27FC236}">
                <a16:creationId xmlns:a16="http://schemas.microsoft.com/office/drawing/2014/main" id="{279A1157-FF7F-7C1B-C247-077067BBC028}"/>
              </a:ext>
            </a:extLst>
          </p:cNvPr>
          <p:cNvGrpSpPr/>
          <p:nvPr userDrawn="1"/>
        </p:nvGrpSpPr>
        <p:grpSpPr>
          <a:xfrm>
            <a:off x="4479985" y="241694"/>
            <a:ext cx="3232030" cy="768394"/>
            <a:chOff x="4280055" y="84406"/>
            <a:chExt cx="3631889" cy="863458"/>
          </a:xfrm>
        </p:grpSpPr>
        <p:sp>
          <p:nvSpPr>
            <p:cNvPr id="12" name="Rounded Rectangle 11">
              <a:extLst>
                <a:ext uri="{FF2B5EF4-FFF2-40B4-BE49-F238E27FC236}">
                  <a16:creationId xmlns:a16="http://schemas.microsoft.com/office/drawing/2014/main" id="{87F4C074-B87D-1D6E-559E-9B5F5A6D59D5}"/>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3" name="Rounded Rectangle 12">
              <a:extLst>
                <a:ext uri="{FF2B5EF4-FFF2-40B4-BE49-F238E27FC236}">
                  <a16:creationId xmlns:a16="http://schemas.microsoft.com/office/drawing/2014/main" id="{051A38B1-9970-6D8A-99F0-1519F63F8C21}"/>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4" name="Picture 13" descr="Icon&#10;&#10;Description automatically generated with medium confidence">
              <a:extLst>
                <a:ext uri="{FF2B5EF4-FFF2-40B4-BE49-F238E27FC236}">
                  <a16:creationId xmlns:a16="http://schemas.microsoft.com/office/drawing/2014/main" id="{CDAB1087-5677-0CD0-2E97-0AC0475A5D4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5" name="Picture 14" descr="A picture containing clipart, vector graphics&#10;&#10;Description automatically generated">
              <a:extLst>
                <a:ext uri="{FF2B5EF4-FFF2-40B4-BE49-F238E27FC236}">
                  <a16:creationId xmlns:a16="http://schemas.microsoft.com/office/drawing/2014/main" id="{75F57DD9-9F2F-64B5-ABD6-42254D27DA80}"/>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6" name="Group 15">
            <a:extLst>
              <a:ext uri="{FF2B5EF4-FFF2-40B4-BE49-F238E27FC236}">
                <a16:creationId xmlns:a16="http://schemas.microsoft.com/office/drawing/2014/main" id="{D4EDAAF6-0642-D0AC-8393-BCA7C5A21D37}"/>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7" name="Oval 16">
              <a:extLst>
                <a:ext uri="{FF2B5EF4-FFF2-40B4-BE49-F238E27FC236}">
                  <a16:creationId xmlns:a16="http://schemas.microsoft.com/office/drawing/2014/main" id="{1D9D6F2C-9702-AFF6-0F7A-DB2E2C1FF67A}"/>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Oval 17">
              <a:extLst>
                <a:ext uri="{FF2B5EF4-FFF2-40B4-BE49-F238E27FC236}">
                  <a16:creationId xmlns:a16="http://schemas.microsoft.com/office/drawing/2014/main" id="{FFED086E-27AD-496B-CF1A-0F2B00E50490}"/>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19" name="Freeform 18">
            <a:extLst>
              <a:ext uri="{FF2B5EF4-FFF2-40B4-BE49-F238E27FC236}">
                <a16:creationId xmlns:a16="http://schemas.microsoft.com/office/drawing/2014/main" id="{C849CBBA-8A36-61D9-7C3A-A5B8C98344BA}"/>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7" name="Slide Number Placeholder 6"/>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6000" y="891895"/>
            <a:ext cx="10980000" cy="989289"/>
          </a:xfrm>
        </p:spPr>
        <p:txBody>
          <a:bodyPr>
            <a:normAutofit/>
          </a:bodyPr>
          <a:lstStyle>
            <a:lvl1pPr marL="0" indent="0" algn="l" defTabSz="914400" rtl="0" eaLnBrk="1" latinLnBrk="0" hangingPunct="1">
              <a:lnSpc>
                <a:spcPct val="90000"/>
              </a:lnSpc>
              <a:spcBef>
                <a:spcPct val="0"/>
              </a:spcBef>
              <a:buFont typeface="+mj-lt"/>
              <a:buNone/>
              <a:defRPr lang="en-US" sz="44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606001" y="1992588"/>
            <a:ext cx="5310000" cy="643036"/>
          </a:xfrm>
        </p:spPr>
        <p:txBody>
          <a:bodyPr anchor="ctr"/>
          <a:lstStyle>
            <a:lvl1pPr marL="0" indent="0">
              <a:buNone/>
              <a:defRPr sz="2400" b="1">
                <a:gradFill flip="none" rotWithShape="1">
                  <a:gsLst>
                    <a:gs pos="0">
                      <a:schemeClr val="accent6"/>
                    </a:gs>
                    <a:gs pos="100000">
                      <a:schemeClr val="accent5"/>
                    </a:gs>
                  </a:gsLst>
                  <a:lin ang="2700000" scaled="1"/>
                  <a:tileRect/>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6001" y="2747028"/>
            <a:ext cx="5310000" cy="34426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76000" y="1992588"/>
            <a:ext cx="5310000" cy="643036"/>
          </a:xfrm>
        </p:spPr>
        <p:txBody>
          <a:bodyPr anchor="ctr">
            <a:normAutofit/>
          </a:bodyPr>
          <a:lstStyle>
            <a:lvl1pPr marL="0" indent="0">
              <a:buNone/>
              <a:defRPr lang="en-US" sz="2400" b="1" kern="1200" dirty="0">
                <a:gradFill flip="none" rotWithShape="1">
                  <a:gsLst>
                    <a:gs pos="0">
                      <a:schemeClr val="accent6"/>
                    </a:gs>
                    <a:gs pos="100000">
                      <a:schemeClr val="accent5"/>
                    </a:gs>
                  </a:gsLst>
                  <a:lin ang="2700000" scaled="1"/>
                  <a:tileRect/>
                </a:gra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6" name="Content Placeholder 5"/>
          <p:cNvSpPr>
            <a:spLocks noGrp="1"/>
          </p:cNvSpPr>
          <p:nvPr>
            <p:ph sz="quarter" idx="4"/>
          </p:nvPr>
        </p:nvSpPr>
        <p:spPr>
          <a:xfrm>
            <a:off x="6276000" y="2747028"/>
            <a:ext cx="5310000" cy="34426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EA5D97B-A544-724E-B7AA-E954CECFEC59}" type="datetime3">
              <a:rPr lang="en-US" smtClean="0"/>
              <a:t>22 May 2026</a:t>
            </a:fld>
            <a:endParaRPr lang="en-US"/>
          </a:p>
        </p:txBody>
      </p:sp>
      <p:sp>
        <p:nvSpPr>
          <p:cNvPr id="8" name="Footer Placeholder 7"/>
          <p:cNvSpPr>
            <a:spLocks noGrp="1"/>
          </p:cNvSpPr>
          <p:nvPr>
            <p:ph type="ftr" sz="quarter" idx="11"/>
          </p:nvPr>
        </p:nvSpPr>
        <p:spPr/>
        <p:txBody>
          <a:bodyPr/>
          <a:lstStyle/>
          <a:p>
            <a:r>
              <a:rPr lang="en-US"/>
              <a:t>Copyrights 2024 CE-UIT. All Rights Reserved.</a:t>
            </a:r>
          </a:p>
        </p:txBody>
      </p:sp>
      <p:sp>
        <p:nvSpPr>
          <p:cNvPr id="10" name="Rectangle 9">
            <a:extLst>
              <a:ext uri="{FF2B5EF4-FFF2-40B4-BE49-F238E27FC236}">
                <a16:creationId xmlns:a16="http://schemas.microsoft.com/office/drawing/2014/main" id="{59F7C7FE-91AA-777B-FCF1-8DFE0AC663E2}"/>
              </a:ext>
            </a:extLst>
          </p:cNvPr>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Rectangle 10">
            <a:extLst>
              <a:ext uri="{FF2B5EF4-FFF2-40B4-BE49-F238E27FC236}">
                <a16:creationId xmlns:a16="http://schemas.microsoft.com/office/drawing/2014/main" id="{8A62D67D-95A8-A852-CF14-572C6CE00ED0}"/>
              </a:ext>
            </a:extLst>
          </p:cNvPr>
          <p:cNvSpPr/>
          <p:nvPr userDrawn="1"/>
        </p:nvSpPr>
        <p:spPr>
          <a:xfrm rot="5400000" flipV="1">
            <a:off x="577898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TextBox 11">
            <a:extLst>
              <a:ext uri="{FF2B5EF4-FFF2-40B4-BE49-F238E27FC236}">
                <a16:creationId xmlns:a16="http://schemas.microsoft.com/office/drawing/2014/main" id="{6971CB91-0E23-8BF0-4ADC-5082D6650DF4}"/>
              </a:ext>
            </a:extLst>
          </p:cNvPr>
          <p:cNvSpPr txBox="1"/>
          <p:nvPr userDrawn="1"/>
        </p:nvSpPr>
        <p:spPr>
          <a:xfrm>
            <a:off x="240281" y="141423"/>
            <a:ext cx="7420291" cy="337383"/>
          </a:xfrm>
          <a:prstGeom prst="rect">
            <a:avLst/>
          </a:prstGeom>
          <a:noFill/>
        </p:spPr>
        <p:txBody>
          <a:bodyPr wrap="none" rtlCol="0">
            <a:spAutoFit/>
          </a:bodyPr>
          <a:lstStyle/>
          <a:p>
            <a:r>
              <a:rPr lang="en-VN" sz="1600" b="1">
                <a:solidFill>
                  <a:schemeClr val="bg1"/>
                </a:solidFill>
              </a:rPr>
              <a:t>FACULTY OF COMPUTER ENGINEERING</a:t>
            </a:r>
          </a:p>
        </p:txBody>
      </p:sp>
      <p:grpSp>
        <p:nvGrpSpPr>
          <p:cNvPr id="13" name="Group 12">
            <a:extLst>
              <a:ext uri="{FF2B5EF4-FFF2-40B4-BE49-F238E27FC236}">
                <a16:creationId xmlns:a16="http://schemas.microsoft.com/office/drawing/2014/main" id="{5AAD86C4-FCFD-9291-27AD-78AEB135B122}"/>
              </a:ext>
            </a:extLst>
          </p:cNvPr>
          <p:cNvGrpSpPr/>
          <p:nvPr userDrawn="1"/>
        </p:nvGrpSpPr>
        <p:grpSpPr>
          <a:xfrm>
            <a:off x="4479985" y="241694"/>
            <a:ext cx="3232030" cy="768394"/>
            <a:chOff x="4280055" y="84406"/>
            <a:chExt cx="3631889" cy="863458"/>
          </a:xfrm>
        </p:grpSpPr>
        <p:sp>
          <p:nvSpPr>
            <p:cNvPr id="14" name="Rounded Rectangle 13">
              <a:extLst>
                <a:ext uri="{FF2B5EF4-FFF2-40B4-BE49-F238E27FC236}">
                  <a16:creationId xmlns:a16="http://schemas.microsoft.com/office/drawing/2014/main" id="{1CF0A3C9-A5C5-7885-0000-B445E4181054}"/>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5" name="Rounded Rectangle 14">
              <a:extLst>
                <a:ext uri="{FF2B5EF4-FFF2-40B4-BE49-F238E27FC236}">
                  <a16:creationId xmlns:a16="http://schemas.microsoft.com/office/drawing/2014/main" id="{2A842F66-7AA0-4602-5FF9-D5131812A65A}"/>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6" name="Picture 15" descr="Icon&#10;&#10;Description automatically generated with medium confidence">
              <a:extLst>
                <a:ext uri="{FF2B5EF4-FFF2-40B4-BE49-F238E27FC236}">
                  <a16:creationId xmlns:a16="http://schemas.microsoft.com/office/drawing/2014/main" id="{B096FE08-51CC-1D46-80F1-45BD3824B121}"/>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7" name="Picture 16" descr="A picture containing clipart, vector graphics&#10;&#10;Description automatically generated">
              <a:extLst>
                <a:ext uri="{FF2B5EF4-FFF2-40B4-BE49-F238E27FC236}">
                  <a16:creationId xmlns:a16="http://schemas.microsoft.com/office/drawing/2014/main" id="{49B7CFC8-73D7-D65B-98B9-1026DEA31285}"/>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8" name="Group 17">
            <a:extLst>
              <a:ext uri="{FF2B5EF4-FFF2-40B4-BE49-F238E27FC236}">
                <a16:creationId xmlns:a16="http://schemas.microsoft.com/office/drawing/2014/main" id="{3A207177-F45D-1E4B-327B-7ADB21C03E0D}"/>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9" name="Oval 18">
              <a:extLst>
                <a:ext uri="{FF2B5EF4-FFF2-40B4-BE49-F238E27FC236}">
                  <a16:creationId xmlns:a16="http://schemas.microsoft.com/office/drawing/2014/main" id="{B944A9A0-279D-4287-22A6-B50BEFA9D41A}"/>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0" name="Oval 19">
              <a:extLst>
                <a:ext uri="{FF2B5EF4-FFF2-40B4-BE49-F238E27FC236}">
                  <a16:creationId xmlns:a16="http://schemas.microsoft.com/office/drawing/2014/main" id="{759E2F26-1088-5258-841C-AB0BAAE822E4}"/>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21" name="Freeform 20">
            <a:extLst>
              <a:ext uri="{FF2B5EF4-FFF2-40B4-BE49-F238E27FC236}">
                <a16:creationId xmlns:a16="http://schemas.microsoft.com/office/drawing/2014/main" id="{E418F7BB-B3EC-2462-55FF-B70CB9656121}"/>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9" name="Slide Number Placeholder 8"/>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6000" y="977990"/>
            <a:ext cx="10980000" cy="986400"/>
          </a:xfrm>
        </p:spPr>
        <p:txBody>
          <a:bodyPr>
            <a:normAutofit/>
          </a:bodyPr>
          <a:lstStyle>
            <a:lvl1pPr marL="0" indent="0" algn="l" defTabSz="914400" rtl="0" eaLnBrk="1" latinLnBrk="0" hangingPunct="1">
              <a:lnSpc>
                <a:spcPct val="90000"/>
              </a:lnSpc>
              <a:spcBef>
                <a:spcPct val="0"/>
              </a:spcBef>
              <a:buFont typeface="+mj-lt"/>
              <a:buNone/>
              <a:defRPr lang="en-US" sz="44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a:t>Click to edit Master title style</a:t>
            </a:r>
          </a:p>
        </p:txBody>
      </p:sp>
      <p:sp>
        <p:nvSpPr>
          <p:cNvPr id="3" name="Date Placeholder 2"/>
          <p:cNvSpPr>
            <a:spLocks noGrp="1"/>
          </p:cNvSpPr>
          <p:nvPr>
            <p:ph type="dt" sz="half" idx="10"/>
          </p:nvPr>
        </p:nvSpPr>
        <p:spPr/>
        <p:txBody>
          <a:bodyPr/>
          <a:lstStyle/>
          <a:p>
            <a:fld id="{81720595-1D13-FB4B-A345-0906822BCC7D}" type="datetime3">
              <a:rPr lang="en-US" smtClean="0"/>
              <a:t>22 May 2026</a:t>
            </a:fld>
            <a:endParaRPr lang="en-US"/>
          </a:p>
        </p:txBody>
      </p:sp>
      <p:sp>
        <p:nvSpPr>
          <p:cNvPr id="4" name="Footer Placeholder 3"/>
          <p:cNvSpPr>
            <a:spLocks noGrp="1"/>
          </p:cNvSpPr>
          <p:nvPr>
            <p:ph type="ftr" sz="quarter" idx="11"/>
          </p:nvPr>
        </p:nvSpPr>
        <p:spPr/>
        <p:txBody>
          <a:bodyPr/>
          <a:lstStyle/>
          <a:p>
            <a:r>
              <a:rPr lang="en-US"/>
              <a:t>Copyrights 2024 CE-UIT. All Rights Reserved.</a:t>
            </a:r>
          </a:p>
        </p:txBody>
      </p:sp>
      <p:sp>
        <p:nvSpPr>
          <p:cNvPr id="6" name="Rectangle 5">
            <a:extLst>
              <a:ext uri="{FF2B5EF4-FFF2-40B4-BE49-F238E27FC236}">
                <a16:creationId xmlns:a16="http://schemas.microsoft.com/office/drawing/2014/main" id="{23636FC2-729D-C9CA-CC90-21D4CBEC73A2}"/>
              </a:ext>
            </a:extLst>
          </p:cNvPr>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7" name="Rectangle 6">
            <a:extLst>
              <a:ext uri="{FF2B5EF4-FFF2-40B4-BE49-F238E27FC236}">
                <a16:creationId xmlns:a16="http://schemas.microsoft.com/office/drawing/2014/main" id="{CAA385C0-495A-0190-FBE8-231CFC660C3A}"/>
              </a:ext>
            </a:extLst>
          </p:cNvPr>
          <p:cNvSpPr/>
          <p:nvPr userDrawn="1"/>
        </p:nvSpPr>
        <p:spPr>
          <a:xfrm rot="5400000" flipV="1">
            <a:off x="577898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TextBox 7">
            <a:extLst>
              <a:ext uri="{FF2B5EF4-FFF2-40B4-BE49-F238E27FC236}">
                <a16:creationId xmlns:a16="http://schemas.microsoft.com/office/drawing/2014/main" id="{AD6AA5F0-C810-9BFE-4A24-47254E96DDA4}"/>
              </a:ext>
            </a:extLst>
          </p:cNvPr>
          <p:cNvSpPr txBox="1"/>
          <p:nvPr userDrawn="1"/>
        </p:nvSpPr>
        <p:spPr>
          <a:xfrm>
            <a:off x="240281" y="141423"/>
            <a:ext cx="7420291" cy="337383"/>
          </a:xfrm>
          <a:prstGeom prst="rect">
            <a:avLst/>
          </a:prstGeom>
          <a:noFill/>
        </p:spPr>
        <p:txBody>
          <a:bodyPr wrap="none" rtlCol="0">
            <a:spAutoFit/>
          </a:bodyPr>
          <a:lstStyle/>
          <a:p>
            <a:r>
              <a:rPr lang="en-VN" sz="1600" b="1">
                <a:solidFill>
                  <a:schemeClr val="bg1"/>
                </a:solidFill>
              </a:rPr>
              <a:t>FACULTY OF COMPUTER ENGINEERING</a:t>
            </a:r>
          </a:p>
        </p:txBody>
      </p:sp>
      <p:grpSp>
        <p:nvGrpSpPr>
          <p:cNvPr id="9" name="Group 8">
            <a:extLst>
              <a:ext uri="{FF2B5EF4-FFF2-40B4-BE49-F238E27FC236}">
                <a16:creationId xmlns:a16="http://schemas.microsoft.com/office/drawing/2014/main" id="{47F5DC64-C53E-D570-F572-A07974B9F1B5}"/>
              </a:ext>
            </a:extLst>
          </p:cNvPr>
          <p:cNvGrpSpPr/>
          <p:nvPr userDrawn="1"/>
        </p:nvGrpSpPr>
        <p:grpSpPr>
          <a:xfrm>
            <a:off x="4479985" y="241694"/>
            <a:ext cx="3232030" cy="768394"/>
            <a:chOff x="4280055" y="84406"/>
            <a:chExt cx="3631889" cy="863458"/>
          </a:xfrm>
        </p:grpSpPr>
        <p:sp>
          <p:nvSpPr>
            <p:cNvPr id="10" name="Rounded Rectangle 9">
              <a:extLst>
                <a:ext uri="{FF2B5EF4-FFF2-40B4-BE49-F238E27FC236}">
                  <a16:creationId xmlns:a16="http://schemas.microsoft.com/office/drawing/2014/main" id="{FA9113C1-A485-B1D0-18A2-2B4ACB6C023B}"/>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Rounded Rectangle 10">
              <a:extLst>
                <a:ext uri="{FF2B5EF4-FFF2-40B4-BE49-F238E27FC236}">
                  <a16:creationId xmlns:a16="http://schemas.microsoft.com/office/drawing/2014/main" id="{581A74BC-FADD-5AAC-4592-F1F01A7FEE2B}"/>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2" name="Picture 11" descr="Icon&#10;&#10;Description automatically generated with medium confidence">
              <a:extLst>
                <a:ext uri="{FF2B5EF4-FFF2-40B4-BE49-F238E27FC236}">
                  <a16:creationId xmlns:a16="http://schemas.microsoft.com/office/drawing/2014/main" id="{03279EC9-0774-3A5C-2866-2FEBE99211D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3" name="Picture 12" descr="A picture containing clipart, vector graphics&#10;&#10;Description automatically generated">
              <a:extLst>
                <a:ext uri="{FF2B5EF4-FFF2-40B4-BE49-F238E27FC236}">
                  <a16:creationId xmlns:a16="http://schemas.microsoft.com/office/drawing/2014/main" id="{40729B2C-F0E2-C8ED-820D-2150BC392931}"/>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4" name="Group 13">
            <a:extLst>
              <a:ext uri="{FF2B5EF4-FFF2-40B4-BE49-F238E27FC236}">
                <a16:creationId xmlns:a16="http://schemas.microsoft.com/office/drawing/2014/main" id="{9AD48359-0185-411D-3829-537B58B51408}"/>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5" name="Oval 14">
              <a:extLst>
                <a:ext uri="{FF2B5EF4-FFF2-40B4-BE49-F238E27FC236}">
                  <a16:creationId xmlns:a16="http://schemas.microsoft.com/office/drawing/2014/main" id="{E6F2E26B-6E6E-A080-698A-20804C4088BF}"/>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6" name="Oval 15">
              <a:extLst>
                <a:ext uri="{FF2B5EF4-FFF2-40B4-BE49-F238E27FC236}">
                  <a16:creationId xmlns:a16="http://schemas.microsoft.com/office/drawing/2014/main" id="{6E87EB44-478E-3F0B-3713-00B3ED19FFD9}"/>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17" name="Freeform 16">
            <a:extLst>
              <a:ext uri="{FF2B5EF4-FFF2-40B4-BE49-F238E27FC236}">
                <a16:creationId xmlns:a16="http://schemas.microsoft.com/office/drawing/2014/main" id="{725A6CA3-8A6F-8240-FE9F-93A63D7F2742}"/>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5" name="Slide Number Placeholder 4"/>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5D7E87-33E4-774F-A870-A86FB4A2E684}" type="datetime3">
              <a:rPr lang="en-US" smtClean="0"/>
              <a:t>22 May 2026</a:t>
            </a:fld>
            <a:endParaRPr lang="en-US"/>
          </a:p>
        </p:txBody>
      </p:sp>
      <p:sp>
        <p:nvSpPr>
          <p:cNvPr id="3" name="Footer Placeholder 2"/>
          <p:cNvSpPr>
            <a:spLocks noGrp="1"/>
          </p:cNvSpPr>
          <p:nvPr>
            <p:ph type="ftr" sz="quarter" idx="11"/>
          </p:nvPr>
        </p:nvSpPr>
        <p:spPr/>
        <p:txBody>
          <a:bodyPr/>
          <a:lstStyle/>
          <a:p>
            <a:r>
              <a:rPr lang="en-US"/>
              <a:t>Copyrights 2024 CE-UIT. All Rights Reserved.</a:t>
            </a:r>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5D7E87-33E4-774F-A870-A86FB4A2E684}" type="datetime3">
              <a:rPr lang="en-US" smtClean="0"/>
              <a:t>22 May 2026</a:t>
            </a:fld>
            <a:endParaRPr lang="en-US"/>
          </a:p>
        </p:txBody>
      </p:sp>
      <p:sp>
        <p:nvSpPr>
          <p:cNvPr id="3" name="Footer Placeholder 2"/>
          <p:cNvSpPr>
            <a:spLocks noGrp="1"/>
          </p:cNvSpPr>
          <p:nvPr>
            <p:ph type="ftr" sz="quarter" idx="11"/>
          </p:nvPr>
        </p:nvSpPr>
        <p:spPr/>
        <p:txBody>
          <a:bodyPr/>
          <a:lstStyle/>
          <a:p>
            <a:r>
              <a:rPr lang="en-US"/>
              <a:t>Copyrights 2024 CE-UIT. All Rights Reserved.</a:t>
            </a:r>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769587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5D7E87-33E4-774F-A870-A86FB4A2E684}" type="datetime3">
              <a:rPr lang="en-US" smtClean="0"/>
              <a:t>22 May 2026</a:t>
            </a:fld>
            <a:endParaRPr lang="en-US"/>
          </a:p>
        </p:txBody>
      </p:sp>
      <p:sp>
        <p:nvSpPr>
          <p:cNvPr id="3" name="Footer Placeholder 2"/>
          <p:cNvSpPr>
            <a:spLocks noGrp="1"/>
          </p:cNvSpPr>
          <p:nvPr>
            <p:ph type="ftr" sz="quarter" idx="11"/>
          </p:nvPr>
        </p:nvSpPr>
        <p:spPr/>
        <p:txBody>
          <a:bodyPr/>
          <a:lstStyle/>
          <a:p>
            <a:r>
              <a:rPr lang="en-US"/>
              <a:t>Copyrights 2024 CE-UIT. All Rights Reserved.</a:t>
            </a:r>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2429712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7226" y="1248198"/>
            <a:ext cx="4114799" cy="1399587"/>
          </a:xfrm>
        </p:spPr>
        <p:txBody>
          <a:bodyPr anchor="ctr">
            <a:noAutofit/>
          </a:bodyPr>
          <a:lstStyle>
            <a:lvl1pPr marL="0" indent="0" algn="l" defTabSz="914400" rtl="0" eaLnBrk="1" latinLnBrk="0" hangingPunct="1">
              <a:lnSpc>
                <a:spcPct val="90000"/>
              </a:lnSpc>
              <a:spcBef>
                <a:spcPct val="0"/>
              </a:spcBef>
              <a:buFont typeface="+mj-lt"/>
              <a:buNone/>
              <a:defRPr lang="en-US" sz="40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a:t>Click to edit Master title style</a:t>
            </a:r>
          </a:p>
        </p:txBody>
      </p:sp>
      <p:sp>
        <p:nvSpPr>
          <p:cNvPr id="3" name="Content Placeholder 2"/>
          <p:cNvSpPr>
            <a:spLocks noGrp="1"/>
          </p:cNvSpPr>
          <p:nvPr>
            <p:ph idx="1"/>
          </p:nvPr>
        </p:nvSpPr>
        <p:spPr>
          <a:xfrm>
            <a:off x="5183188" y="1247490"/>
            <a:ext cx="6325038" cy="478855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57226" y="2777068"/>
            <a:ext cx="4114799" cy="32669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0AC5163-90AE-AD4E-90CC-EF8132230884}" type="datetime3">
              <a:rPr lang="en-US" smtClean="0"/>
              <a:t>22 May 2026</a:t>
            </a:fld>
            <a:endParaRPr lang="en-US"/>
          </a:p>
        </p:txBody>
      </p:sp>
      <p:sp>
        <p:nvSpPr>
          <p:cNvPr id="6" name="Footer Placeholder 5"/>
          <p:cNvSpPr>
            <a:spLocks noGrp="1"/>
          </p:cNvSpPr>
          <p:nvPr>
            <p:ph type="ftr" sz="quarter" idx="11"/>
          </p:nvPr>
        </p:nvSpPr>
        <p:spPr/>
        <p:txBody>
          <a:bodyPr/>
          <a:lstStyle/>
          <a:p>
            <a:r>
              <a:rPr lang="en-US"/>
              <a:t>Copyrights 2024 CE-UIT. All Rights Reserved.</a:t>
            </a:r>
          </a:p>
        </p:txBody>
      </p:sp>
      <p:sp>
        <p:nvSpPr>
          <p:cNvPr id="8" name="Rectangle 7">
            <a:extLst>
              <a:ext uri="{FF2B5EF4-FFF2-40B4-BE49-F238E27FC236}">
                <a16:creationId xmlns:a16="http://schemas.microsoft.com/office/drawing/2014/main" id="{49F4E612-1058-8C98-5698-29AC0F96CCFC}"/>
              </a:ext>
            </a:extLst>
          </p:cNvPr>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Rectangle 8">
            <a:extLst>
              <a:ext uri="{FF2B5EF4-FFF2-40B4-BE49-F238E27FC236}">
                <a16:creationId xmlns:a16="http://schemas.microsoft.com/office/drawing/2014/main" id="{7A6C02E4-C8F1-CFE1-7D10-8623040C9C70}"/>
              </a:ext>
            </a:extLst>
          </p:cNvPr>
          <p:cNvSpPr/>
          <p:nvPr userDrawn="1"/>
        </p:nvSpPr>
        <p:spPr>
          <a:xfrm rot="5400000" flipV="1">
            <a:off x="577898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 name="TextBox 9">
            <a:extLst>
              <a:ext uri="{FF2B5EF4-FFF2-40B4-BE49-F238E27FC236}">
                <a16:creationId xmlns:a16="http://schemas.microsoft.com/office/drawing/2014/main" id="{3D41C53F-A49B-53F0-C3F1-679406363096}"/>
              </a:ext>
            </a:extLst>
          </p:cNvPr>
          <p:cNvSpPr txBox="1"/>
          <p:nvPr userDrawn="1"/>
        </p:nvSpPr>
        <p:spPr>
          <a:xfrm>
            <a:off x="240281" y="141423"/>
            <a:ext cx="7420291" cy="337383"/>
          </a:xfrm>
          <a:prstGeom prst="rect">
            <a:avLst/>
          </a:prstGeom>
          <a:noFill/>
        </p:spPr>
        <p:txBody>
          <a:bodyPr wrap="none" rtlCol="0">
            <a:spAutoFit/>
          </a:bodyPr>
          <a:lstStyle/>
          <a:p>
            <a:r>
              <a:rPr lang="en-VN" sz="1600" b="1">
                <a:solidFill>
                  <a:schemeClr val="bg1"/>
                </a:solidFill>
              </a:rPr>
              <a:t>FACULTY OF COMPUTER ENGINEERING</a:t>
            </a:r>
          </a:p>
        </p:txBody>
      </p:sp>
      <p:grpSp>
        <p:nvGrpSpPr>
          <p:cNvPr id="11" name="Group 10">
            <a:extLst>
              <a:ext uri="{FF2B5EF4-FFF2-40B4-BE49-F238E27FC236}">
                <a16:creationId xmlns:a16="http://schemas.microsoft.com/office/drawing/2014/main" id="{B4D11EC5-BDDA-E9D0-4DEA-3DF925376418}"/>
              </a:ext>
            </a:extLst>
          </p:cNvPr>
          <p:cNvGrpSpPr/>
          <p:nvPr userDrawn="1"/>
        </p:nvGrpSpPr>
        <p:grpSpPr>
          <a:xfrm>
            <a:off x="4479985" y="241694"/>
            <a:ext cx="3232030" cy="768394"/>
            <a:chOff x="4280055" y="84406"/>
            <a:chExt cx="3631889" cy="863458"/>
          </a:xfrm>
        </p:grpSpPr>
        <p:sp>
          <p:nvSpPr>
            <p:cNvPr id="12" name="Rounded Rectangle 11">
              <a:extLst>
                <a:ext uri="{FF2B5EF4-FFF2-40B4-BE49-F238E27FC236}">
                  <a16:creationId xmlns:a16="http://schemas.microsoft.com/office/drawing/2014/main" id="{1D52B6A8-0087-00B0-3232-F07D0531A071}"/>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3" name="Rounded Rectangle 12">
              <a:extLst>
                <a:ext uri="{FF2B5EF4-FFF2-40B4-BE49-F238E27FC236}">
                  <a16:creationId xmlns:a16="http://schemas.microsoft.com/office/drawing/2014/main" id="{4A6EF4E7-68D7-4757-F5BC-40A00600395C}"/>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4" name="Picture 13" descr="Icon&#10;&#10;Description automatically generated with medium confidence">
              <a:extLst>
                <a:ext uri="{FF2B5EF4-FFF2-40B4-BE49-F238E27FC236}">
                  <a16:creationId xmlns:a16="http://schemas.microsoft.com/office/drawing/2014/main" id="{FF366716-D0A3-BA9D-EAEF-1DD9CCC2F25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5" name="Picture 14" descr="A picture containing clipart, vector graphics&#10;&#10;Description automatically generated">
              <a:extLst>
                <a:ext uri="{FF2B5EF4-FFF2-40B4-BE49-F238E27FC236}">
                  <a16:creationId xmlns:a16="http://schemas.microsoft.com/office/drawing/2014/main" id="{B3C5B766-CE3D-A784-0576-67400911DFFB}"/>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6" name="Group 15">
            <a:extLst>
              <a:ext uri="{FF2B5EF4-FFF2-40B4-BE49-F238E27FC236}">
                <a16:creationId xmlns:a16="http://schemas.microsoft.com/office/drawing/2014/main" id="{ECC0EBB2-4B0D-F995-4530-D9916005BC53}"/>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7" name="Oval 16">
              <a:extLst>
                <a:ext uri="{FF2B5EF4-FFF2-40B4-BE49-F238E27FC236}">
                  <a16:creationId xmlns:a16="http://schemas.microsoft.com/office/drawing/2014/main" id="{3F1E5B57-26E0-13A1-B4C3-FBB674F761F8}"/>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Oval 17">
              <a:extLst>
                <a:ext uri="{FF2B5EF4-FFF2-40B4-BE49-F238E27FC236}">
                  <a16:creationId xmlns:a16="http://schemas.microsoft.com/office/drawing/2014/main" id="{601CDAB9-F5F1-D42C-1271-4A7D18D9DC06}"/>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19" name="Freeform 18">
            <a:extLst>
              <a:ext uri="{FF2B5EF4-FFF2-40B4-BE49-F238E27FC236}">
                <a16:creationId xmlns:a16="http://schemas.microsoft.com/office/drawing/2014/main" id="{2AB873A6-A6DD-3337-0E8F-2FC03C939D1C}"/>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7" name="Slide Number Placeholder 6"/>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7226" y="1270699"/>
            <a:ext cx="4114799" cy="1162180"/>
          </a:xfrm>
        </p:spPr>
        <p:txBody>
          <a:bodyPr anchor="ctr">
            <a:noAutofit/>
          </a:bodyPr>
          <a:lstStyle>
            <a:lvl1pPr marL="0" indent="0" algn="l" defTabSz="914400" rtl="0" eaLnBrk="1" latinLnBrk="0" hangingPunct="1">
              <a:lnSpc>
                <a:spcPct val="90000"/>
              </a:lnSpc>
              <a:spcBef>
                <a:spcPct val="0"/>
              </a:spcBef>
              <a:buFont typeface="+mj-lt"/>
              <a:buNone/>
              <a:defRPr lang="en-US" sz="40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a:t>Click to edit Master title style</a:t>
            </a:r>
          </a:p>
        </p:txBody>
      </p:sp>
      <p:sp>
        <p:nvSpPr>
          <p:cNvPr id="3" name="Picture Placeholder 2"/>
          <p:cNvSpPr>
            <a:spLocks noGrp="1" noChangeAspect="1"/>
          </p:cNvSpPr>
          <p:nvPr>
            <p:ph type="pic" idx="1"/>
          </p:nvPr>
        </p:nvSpPr>
        <p:spPr>
          <a:xfrm>
            <a:off x="5183188" y="1270699"/>
            <a:ext cx="6325038" cy="479649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57226" y="2561454"/>
            <a:ext cx="4114799" cy="35057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CD3818E-E997-CB43-BA3A-7A12F66A1845}" type="datetime3">
              <a:rPr lang="en-US" smtClean="0"/>
              <a:t>22 May 2026</a:t>
            </a:fld>
            <a:endParaRPr lang="en-US"/>
          </a:p>
        </p:txBody>
      </p:sp>
      <p:sp>
        <p:nvSpPr>
          <p:cNvPr id="6" name="Footer Placeholder 5"/>
          <p:cNvSpPr>
            <a:spLocks noGrp="1"/>
          </p:cNvSpPr>
          <p:nvPr>
            <p:ph type="ftr" sz="quarter" idx="11"/>
          </p:nvPr>
        </p:nvSpPr>
        <p:spPr/>
        <p:txBody>
          <a:bodyPr/>
          <a:lstStyle/>
          <a:p>
            <a:r>
              <a:rPr lang="en-US"/>
              <a:t>Copyrights 2024 CE-UIT. All Rights Reserved.</a:t>
            </a:r>
          </a:p>
        </p:txBody>
      </p:sp>
      <p:sp>
        <p:nvSpPr>
          <p:cNvPr id="8" name="Rectangle 7">
            <a:extLst>
              <a:ext uri="{FF2B5EF4-FFF2-40B4-BE49-F238E27FC236}">
                <a16:creationId xmlns:a16="http://schemas.microsoft.com/office/drawing/2014/main" id="{3E772E24-BD94-18AA-FD01-31FA7CF5560F}"/>
              </a:ext>
            </a:extLst>
          </p:cNvPr>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Rectangle 8">
            <a:extLst>
              <a:ext uri="{FF2B5EF4-FFF2-40B4-BE49-F238E27FC236}">
                <a16:creationId xmlns:a16="http://schemas.microsoft.com/office/drawing/2014/main" id="{BBE4A83D-52D2-F989-EF30-67F8142259A4}"/>
              </a:ext>
            </a:extLst>
          </p:cNvPr>
          <p:cNvSpPr/>
          <p:nvPr userDrawn="1"/>
        </p:nvSpPr>
        <p:spPr>
          <a:xfrm rot="5400000" flipV="1">
            <a:off x="577898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 name="TextBox 9">
            <a:extLst>
              <a:ext uri="{FF2B5EF4-FFF2-40B4-BE49-F238E27FC236}">
                <a16:creationId xmlns:a16="http://schemas.microsoft.com/office/drawing/2014/main" id="{CC0737FF-EF11-8E07-04CA-FAD856E16DB6}"/>
              </a:ext>
            </a:extLst>
          </p:cNvPr>
          <p:cNvSpPr txBox="1"/>
          <p:nvPr userDrawn="1"/>
        </p:nvSpPr>
        <p:spPr>
          <a:xfrm>
            <a:off x="240281" y="141423"/>
            <a:ext cx="7420291" cy="337383"/>
          </a:xfrm>
          <a:prstGeom prst="rect">
            <a:avLst/>
          </a:prstGeom>
          <a:noFill/>
        </p:spPr>
        <p:txBody>
          <a:bodyPr wrap="none" rtlCol="0">
            <a:spAutoFit/>
          </a:bodyPr>
          <a:lstStyle/>
          <a:p>
            <a:r>
              <a:rPr lang="en-VN" sz="1600" b="1">
                <a:solidFill>
                  <a:schemeClr val="bg1"/>
                </a:solidFill>
              </a:rPr>
              <a:t>FACULTY OF COMPUTER ENGINEERING</a:t>
            </a:r>
          </a:p>
        </p:txBody>
      </p:sp>
      <p:grpSp>
        <p:nvGrpSpPr>
          <p:cNvPr id="11" name="Group 10">
            <a:extLst>
              <a:ext uri="{FF2B5EF4-FFF2-40B4-BE49-F238E27FC236}">
                <a16:creationId xmlns:a16="http://schemas.microsoft.com/office/drawing/2014/main" id="{0AD20DF5-E25A-3691-7DBA-3D6427D54E16}"/>
              </a:ext>
            </a:extLst>
          </p:cNvPr>
          <p:cNvGrpSpPr/>
          <p:nvPr userDrawn="1"/>
        </p:nvGrpSpPr>
        <p:grpSpPr>
          <a:xfrm>
            <a:off x="4479985" y="241694"/>
            <a:ext cx="3232030" cy="768394"/>
            <a:chOff x="4280055" y="84406"/>
            <a:chExt cx="3631889" cy="863458"/>
          </a:xfrm>
        </p:grpSpPr>
        <p:sp>
          <p:nvSpPr>
            <p:cNvPr id="12" name="Rounded Rectangle 11">
              <a:extLst>
                <a:ext uri="{FF2B5EF4-FFF2-40B4-BE49-F238E27FC236}">
                  <a16:creationId xmlns:a16="http://schemas.microsoft.com/office/drawing/2014/main" id="{667AD773-D1F6-2C2E-459A-06DB6685C3FB}"/>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3" name="Rounded Rectangle 12">
              <a:extLst>
                <a:ext uri="{FF2B5EF4-FFF2-40B4-BE49-F238E27FC236}">
                  <a16:creationId xmlns:a16="http://schemas.microsoft.com/office/drawing/2014/main" id="{638EDDB1-984D-1061-4FC7-D2B6F17C5211}"/>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4" name="Picture 13" descr="Icon&#10;&#10;Description automatically generated with medium confidence">
              <a:extLst>
                <a:ext uri="{FF2B5EF4-FFF2-40B4-BE49-F238E27FC236}">
                  <a16:creationId xmlns:a16="http://schemas.microsoft.com/office/drawing/2014/main" id="{E076CEEA-0F0E-CB1E-716A-FD615E82AB39}"/>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5" name="Picture 14" descr="A picture containing clipart, vector graphics&#10;&#10;Description automatically generated">
              <a:extLst>
                <a:ext uri="{FF2B5EF4-FFF2-40B4-BE49-F238E27FC236}">
                  <a16:creationId xmlns:a16="http://schemas.microsoft.com/office/drawing/2014/main" id="{AE0E7314-9B82-0D4E-10FD-26E7AC94AE86}"/>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6" name="Group 15">
            <a:extLst>
              <a:ext uri="{FF2B5EF4-FFF2-40B4-BE49-F238E27FC236}">
                <a16:creationId xmlns:a16="http://schemas.microsoft.com/office/drawing/2014/main" id="{A87DE05D-821F-6133-B08D-FBA35FA266C4}"/>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7" name="Oval 16">
              <a:extLst>
                <a:ext uri="{FF2B5EF4-FFF2-40B4-BE49-F238E27FC236}">
                  <a16:creationId xmlns:a16="http://schemas.microsoft.com/office/drawing/2014/main" id="{C20B1677-C94F-846B-77EE-9A193D11F54B}"/>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Oval 17">
              <a:extLst>
                <a:ext uri="{FF2B5EF4-FFF2-40B4-BE49-F238E27FC236}">
                  <a16:creationId xmlns:a16="http://schemas.microsoft.com/office/drawing/2014/main" id="{65A92C3F-4715-4909-6588-378EC050C246}"/>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19" name="Freeform 18">
            <a:extLst>
              <a:ext uri="{FF2B5EF4-FFF2-40B4-BE49-F238E27FC236}">
                <a16:creationId xmlns:a16="http://schemas.microsoft.com/office/drawing/2014/main" id="{AC99D0E8-C446-4E6E-2E7F-3C5E6A007D9D}"/>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7" name="Slide Number Placeholder 6"/>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929761"/>
            <a:ext cx="10515600" cy="776548"/>
          </a:xfrm>
        </p:spPr>
        <p:txBody>
          <a:bodyPr>
            <a:normAutofit/>
          </a:bodyPr>
          <a:lstStyle>
            <a:lvl1pPr marL="0" indent="0" algn="l" defTabSz="914400" rtl="0" eaLnBrk="1" latinLnBrk="0" hangingPunct="1">
              <a:lnSpc>
                <a:spcPct val="90000"/>
              </a:lnSpc>
              <a:spcBef>
                <a:spcPct val="0"/>
              </a:spcBef>
              <a:buFont typeface="+mj-lt"/>
              <a:buNone/>
              <a:defRPr lang="en-US" sz="44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a:t>Click to edit Master title style</a:t>
            </a:r>
          </a:p>
        </p:txBody>
      </p:sp>
      <p:sp>
        <p:nvSpPr>
          <p:cNvPr id="3" name="Vertical Text Placeholder 2"/>
          <p:cNvSpPr>
            <a:spLocks noGrp="1"/>
          </p:cNvSpPr>
          <p:nvPr>
            <p:ph type="body" orient="vert" idx="1"/>
          </p:nvPr>
        </p:nvSpPr>
        <p:spPr>
          <a:xfrm>
            <a:off x="838200" y="1792404"/>
            <a:ext cx="10515600" cy="438455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6C75B1-5554-9E4B-9A38-5905F72F5940}" type="datetime3">
              <a:rPr lang="en-US" smtClean="0"/>
              <a:t>22 May 2026</a:t>
            </a:fld>
            <a:endParaRPr lang="en-US"/>
          </a:p>
        </p:txBody>
      </p:sp>
      <p:sp>
        <p:nvSpPr>
          <p:cNvPr id="5" name="Footer Placeholder 4"/>
          <p:cNvSpPr>
            <a:spLocks noGrp="1"/>
          </p:cNvSpPr>
          <p:nvPr>
            <p:ph type="ftr" sz="quarter" idx="11"/>
          </p:nvPr>
        </p:nvSpPr>
        <p:spPr/>
        <p:txBody>
          <a:bodyPr/>
          <a:lstStyle/>
          <a:p>
            <a:r>
              <a:rPr lang="en-US"/>
              <a:t>Copyrights 2024 CE-UIT. All Rights Reserved.</a:t>
            </a:r>
          </a:p>
        </p:txBody>
      </p:sp>
      <p:sp>
        <p:nvSpPr>
          <p:cNvPr id="7" name="Rectangle 6">
            <a:extLst>
              <a:ext uri="{FF2B5EF4-FFF2-40B4-BE49-F238E27FC236}">
                <a16:creationId xmlns:a16="http://schemas.microsoft.com/office/drawing/2014/main" id="{5BDC0A23-1328-52C6-A081-D12BD93902E5}"/>
              </a:ext>
            </a:extLst>
          </p:cNvPr>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A5CE3DD9-51D1-E19D-3E06-90C65EDEDC8F}"/>
              </a:ext>
            </a:extLst>
          </p:cNvPr>
          <p:cNvSpPr/>
          <p:nvPr userDrawn="1"/>
        </p:nvSpPr>
        <p:spPr>
          <a:xfrm rot="5400000" flipV="1">
            <a:off x="577898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22BB84F3-1D66-E2E8-E826-723A4E767341}"/>
              </a:ext>
            </a:extLst>
          </p:cNvPr>
          <p:cNvSpPr txBox="1"/>
          <p:nvPr userDrawn="1"/>
        </p:nvSpPr>
        <p:spPr>
          <a:xfrm>
            <a:off x="240281" y="141423"/>
            <a:ext cx="7420291" cy="337383"/>
          </a:xfrm>
          <a:prstGeom prst="rect">
            <a:avLst/>
          </a:prstGeom>
          <a:noFill/>
        </p:spPr>
        <p:txBody>
          <a:bodyPr wrap="none" rtlCol="0">
            <a:spAutoFit/>
          </a:bodyPr>
          <a:lstStyle/>
          <a:p>
            <a:r>
              <a:rPr lang="en-VN" sz="1600" b="1">
                <a:solidFill>
                  <a:schemeClr val="bg1"/>
                </a:solidFill>
              </a:rPr>
              <a:t>FACULTY OF COMPUTER ENGINEERING</a:t>
            </a:r>
          </a:p>
        </p:txBody>
      </p:sp>
      <p:grpSp>
        <p:nvGrpSpPr>
          <p:cNvPr id="10" name="Group 9">
            <a:extLst>
              <a:ext uri="{FF2B5EF4-FFF2-40B4-BE49-F238E27FC236}">
                <a16:creationId xmlns:a16="http://schemas.microsoft.com/office/drawing/2014/main" id="{BCEAF201-E1DC-4486-4B93-4B7F751A4654}"/>
              </a:ext>
            </a:extLst>
          </p:cNvPr>
          <p:cNvGrpSpPr/>
          <p:nvPr userDrawn="1"/>
        </p:nvGrpSpPr>
        <p:grpSpPr>
          <a:xfrm>
            <a:off x="4479985" y="241694"/>
            <a:ext cx="3232030" cy="768394"/>
            <a:chOff x="4280055" y="84406"/>
            <a:chExt cx="3631889" cy="863458"/>
          </a:xfrm>
        </p:grpSpPr>
        <p:sp>
          <p:nvSpPr>
            <p:cNvPr id="11" name="Rounded Rectangle 10">
              <a:extLst>
                <a:ext uri="{FF2B5EF4-FFF2-40B4-BE49-F238E27FC236}">
                  <a16:creationId xmlns:a16="http://schemas.microsoft.com/office/drawing/2014/main" id="{E5497DE0-0B16-BC6B-6FF5-9B929CD769D5}"/>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329FDB57-B8ED-7771-901B-1E7618CEFA1A}"/>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3" name="Picture 12" descr="Icon&#10;&#10;Description automatically generated with medium confidence">
              <a:extLst>
                <a:ext uri="{FF2B5EF4-FFF2-40B4-BE49-F238E27FC236}">
                  <a16:creationId xmlns:a16="http://schemas.microsoft.com/office/drawing/2014/main" id="{70695794-09CF-65D2-FE84-CDEAC81942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4" name="Picture 13" descr="A picture containing clipart, vector graphics&#10;&#10;Description automatically generated">
              <a:extLst>
                <a:ext uri="{FF2B5EF4-FFF2-40B4-BE49-F238E27FC236}">
                  <a16:creationId xmlns:a16="http://schemas.microsoft.com/office/drawing/2014/main" id="{07E79F0D-50D3-99AC-B977-26D27AD098B3}"/>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5" name="Group 14">
            <a:extLst>
              <a:ext uri="{FF2B5EF4-FFF2-40B4-BE49-F238E27FC236}">
                <a16:creationId xmlns:a16="http://schemas.microsoft.com/office/drawing/2014/main" id="{F6E71496-B352-9AE6-2AFB-7F84245DBA7F}"/>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6" name="Oval 15">
              <a:extLst>
                <a:ext uri="{FF2B5EF4-FFF2-40B4-BE49-F238E27FC236}">
                  <a16:creationId xmlns:a16="http://schemas.microsoft.com/office/drawing/2014/main" id="{741E81DB-4E8D-E98B-BF91-1CFFC0BAEBDF}"/>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7" name="Oval 16">
              <a:extLst>
                <a:ext uri="{FF2B5EF4-FFF2-40B4-BE49-F238E27FC236}">
                  <a16:creationId xmlns:a16="http://schemas.microsoft.com/office/drawing/2014/main" id="{33025DD8-AFB9-10B6-DDE8-D2282F9E5CE3}"/>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18" name="Freeform 17">
            <a:extLst>
              <a:ext uri="{FF2B5EF4-FFF2-40B4-BE49-F238E27FC236}">
                <a16:creationId xmlns:a16="http://schemas.microsoft.com/office/drawing/2014/main" id="{4F0D81A6-FA21-21F6-FF6F-EFBBD913E859}"/>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6" name="Slide Number Placeholder 5"/>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1038421"/>
            <a:ext cx="2628900" cy="5138542"/>
          </a:xfrm>
        </p:spPr>
        <p:txBody>
          <a:bodyPr vert="eaVert">
            <a:normAutofit/>
          </a:bodyPr>
          <a:lstStyle>
            <a:lvl1pPr marL="0" indent="0" algn="l" defTabSz="914400" rtl="0" eaLnBrk="1" latinLnBrk="0" hangingPunct="1">
              <a:lnSpc>
                <a:spcPct val="90000"/>
              </a:lnSpc>
              <a:spcBef>
                <a:spcPct val="0"/>
              </a:spcBef>
              <a:buFont typeface="+mj-lt"/>
              <a:buNone/>
              <a:defRPr lang="en-US" sz="4400" b="1" kern="1200" dirty="0">
                <a:gradFill flip="none" rotWithShape="1">
                  <a:gsLst>
                    <a:gs pos="0">
                      <a:schemeClr val="accent4">
                        <a:lumMod val="75000"/>
                      </a:schemeClr>
                    </a:gs>
                    <a:gs pos="100000">
                      <a:schemeClr val="accent3">
                        <a:lumMod val="75000"/>
                      </a:schemeClr>
                    </a:gs>
                  </a:gsLst>
                  <a:lin ang="16200000" scaled="1"/>
                  <a:tileRect/>
                </a:gradFill>
                <a:latin typeface="+mj-lt"/>
                <a:ea typeface="+mj-ea"/>
                <a:cs typeface="+mj-cs"/>
              </a:defRPr>
            </a:lvl1pPr>
          </a:lstStyle>
          <a:p>
            <a:r>
              <a:rPr lang="en-US"/>
              <a:t>Click to edit Master title style</a:t>
            </a:r>
          </a:p>
        </p:txBody>
      </p:sp>
      <p:sp>
        <p:nvSpPr>
          <p:cNvPr id="3" name="Vertical Text Placeholder 2"/>
          <p:cNvSpPr>
            <a:spLocks noGrp="1"/>
          </p:cNvSpPr>
          <p:nvPr>
            <p:ph type="body" orient="vert" idx="1"/>
          </p:nvPr>
        </p:nvSpPr>
        <p:spPr>
          <a:xfrm>
            <a:off x="838200" y="1038421"/>
            <a:ext cx="7734300" cy="513854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B64986-AD58-F748-BD5B-19DAFB14C4B2}" type="datetime3">
              <a:rPr lang="en-US" smtClean="0"/>
              <a:t>22 May 2026</a:t>
            </a:fld>
            <a:endParaRPr lang="en-US"/>
          </a:p>
        </p:txBody>
      </p:sp>
      <p:sp>
        <p:nvSpPr>
          <p:cNvPr id="5" name="Footer Placeholder 4"/>
          <p:cNvSpPr>
            <a:spLocks noGrp="1"/>
          </p:cNvSpPr>
          <p:nvPr>
            <p:ph type="ftr" sz="quarter" idx="11"/>
          </p:nvPr>
        </p:nvSpPr>
        <p:spPr/>
        <p:txBody>
          <a:bodyPr/>
          <a:lstStyle/>
          <a:p>
            <a:r>
              <a:rPr lang="en-US"/>
              <a:t>Copyrights 2024 CE-UIT. All Rights Reserved.</a:t>
            </a:r>
          </a:p>
        </p:txBody>
      </p:sp>
      <p:sp>
        <p:nvSpPr>
          <p:cNvPr id="7" name="Rectangle 6">
            <a:extLst>
              <a:ext uri="{FF2B5EF4-FFF2-40B4-BE49-F238E27FC236}">
                <a16:creationId xmlns:a16="http://schemas.microsoft.com/office/drawing/2014/main" id="{9C7F3936-136F-C194-2C47-66CE68C8B563}"/>
              </a:ext>
            </a:extLst>
          </p:cNvPr>
          <p:cNvSpPr/>
          <p:nvPr userDrawn="1"/>
        </p:nvSpPr>
        <p:spPr>
          <a:xfrm rot="5400000">
            <a:off x="5778985" y="-5780045"/>
            <a:ext cx="631552" cy="12194479"/>
          </a:xfrm>
          <a:prstGeom prst="rect">
            <a:avLst/>
          </a:prstGeom>
          <a:gradFill>
            <a:gsLst>
              <a:gs pos="0">
                <a:srgbClr val="38EF7D"/>
              </a:gs>
              <a:gs pos="100000">
                <a:srgbClr val="11998E"/>
              </a:gs>
            </a:gsLst>
            <a:lin ang="5400000" scaled="1"/>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0EAECB53-429D-BB1E-41F9-39259E111926}"/>
              </a:ext>
            </a:extLst>
          </p:cNvPr>
          <p:cNvSpPr/>
          <p:nvPr userDrawn="1"/>
        </p:nvSpPr>
        <p:spPr>
          <a:xfrm rot="5400000" flipV="1">
            <a:off x="5778984" y="-5781463"/>
            <a:ext cx="631552" cy="12194479"/>
          </a:xfrm>
          <a:prstGeom prst="rect">
            <a:avLst/>
          </a:prstGeom>
          <a:blipFill>
            <a:blip r:embed="rId2" cstate="print">
              <a:extLst>
                <a:ext uri="{28A0092B-C50C-407E-A947-70E740481C1C}">
                  <a14:useLocalDpi xmlns:a14="http://schemas.microsoft.com/office/drawing/2010/main"/>
                </a:ext>
              </a:extLst>
            </a:blip>
            <a:stretch>
              <a:fillRect t="275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B302EFEB-91F7-F4A9-6DC7-57C29D79F9F9}"/>
              </a:ext>
            </a:extLst>
          </p:cNvPr>
          <p:cNvSpPr txBox="1"/>
          <p:nvPr userDrawn="1"/>
        </p:nvSpPr>
        <p:spPr>
          <a:xfrm>
            <a:off x="240281" y="141423"/>
            <a:ext cx="7420291" cy="337383"/>
          </a:xfrm>
          <a:prstGeom prst="rect">
            <a:avLst/>
          </a:prstGeom>
          <a:noFill/>
        </p:spPr>
        <p:txBody>
          <a:bodyPr wrap="none" rtlCol="0">
            <a:spAutoFit/>
          </a:bodyPr>
          <a:lstStyle/>
          <a:p>
            <a:r>
              <a:rPr lang="en-VN" sz="1600" b="1">
                <a:solidFill>
                  <a:schemeClr val="bg1"/>
                </a:solidFill>
              </a:rPr>
              <a:t>FACULTY OF COMPUTER ENGINEERING</a:t>
            </a:r>
          </a:p>
        </p:txBody>
      </p:sp>
      <p:grpSp>
        <p:nvGrpSpPr>
          <p:cNvPr id="10" name="Group 9">
            <a:extLst>
              <a:ext uri="{FF2B5EF4-FFF2-40B4-BE49-F238E27FC236}">
                <a16:creationId xmlns:a16="http://schemas.microsoft.com/office/drawing/2014/main" id="{48202369-F8E5-A40E-96BF-5D9E8B5F1F16}"/>
              </a:ext>
            </a:extLst>
          </p:cNvPr>
          <p:cNvGrpSpPr/>
          <p:nvPr userDrawn="1"/>
        </p:nvGrpSpPr>
        <p:grpSpPr>
          <a:xfrm>
            <a:off x="4479985" y="241694"/>
            <a:ext cx="3232030" cy="768394"/>
            <a:chOff x="4280055" y="84406"/>
            <a:chExt cx="3631889" cy="863458"/>
          </a:xfrm>
        </p:grpSpPr>
        <p:sp>
          <p:nvSpPr>
            <p:cNvPr id="11" name="Rounded Rectangle 10">
              <a:extLst>
                <a:ext uri="{FF2B5EF4-FFF2-40B4-BE49-F238E27FC236}">
                  <a16:creationId xmlns:a16="http://schemas.microsoft.com/office/drawing/2014/main" id="{548153D4-0D7E-5E40-CC29-BA0D3438A6E0}"/>
                </a:ext>
              </a:extLst>
            </p:cNvPr>
            <p:cNvSpPr/>
            <p:nvPr userDrawn="1"/>
          </p:nvSpPr>
          <p:spPr>
            <a:xfrm>
              <a:off x="4280055" y="155868"/>
              <a:ext cx="3631889" cy="717640"/>
            </a:xfrm>
            <a:prstGeom prst="roundRect">
              <a:avLst>
                <a:gd name="adj" fmla="val 50000"/>
              </a:avLst>
            </a:prstGeom>
            <a:gradFill flip="none" rotWithShape="1">
              <a:gsLst>
                <a:gs pos="0">
                  <a:srgbClr val="38EF7D"/>
                </a:gs>
                <a:gs pos="100000">
                  <a:srgbClr val="752AFF"/>
                </a:gs>
              </a:gsLst>
              <a:lin ang="2700000" scaled="1"/>
              <a:tileRect/>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25D12D13-7CA6-581B-369D-0786B7CDA747}"/>
                </a:ext>
              </a:extLst>
            </p:cNvPr>
            <p:cNvSpPr/>
            <p:nvPr userDrawn="1"/>
          </p:nvSpPr>
          <p:spPr>
            <a:xfrm>
              <a:off x="4345594" y="214327"/>
              <a:ext cx="3500812" cy="600721"/>
            </a:xfrm>
            <a:prstGeom prst="roundRect">
              <a:avLst>
                <a:gd name="adj" fmla="val 5000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13" name="Picture 12" descr="Icon&#10;&#10;Description automatically generated with medium confidence">
              <a:extLst>
                <a:ext uri="{FF2B5EF4-FFF2-40B4-BE49-F238E27FC236}">
                  <a16:creationId xmlns:a16="http://schemas.microsoft.com/office/drawing/2014/main" id="{C7D78A2B-7E0F-7276-F0FD-6896232239FD}"/>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315084" y="84406"/>
              <a:ext cx="871486" cy="863458"/>
            </a:xfrm>
            <a:prstGeom prst="rect">
              <a:avLst/>
            </a:prstGeom>
          </p:spPr>
        </p:pic>
        <p:pic>
          <p:nvPicPr>
            <p:cNvPr id="14" name="Picture 13" descr="A picture containing clipart, vector graphics&#10;&#10;Description automatically generated">
              <a:extLst>
                <a:ext uri="{FF2B5EF4-FFF2-40B4-BE49-F238E27FC236}">
                  <a16:creationId xmlns:a16="http://schemas.microsoft.com/office/drawing/2014/main" id="{774A90A5-5FD0-9383-6265-C82BA61F99A2}"/>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05430" y="111027"/>
              <a:ext cx="979518" cy="810216"/>
            </a:xfrm>
            <a:prstGeom prst="rect">
              <a:avLst/>
            </a:prstGeom>
          </p:spPr>
        </p:pic>
      </p:grpSp>
      <p:grpSp>
        <p:nvGrpSpPr>
          <p:cNvPr id="15" name="Group 14">
            <a:extLst>
              <a:ext uri="{FF2B5EF4-FFF2-40B4-BE49-F238E27FC236}">
                <a16:creationId xmlns:a16="http://schemas.microsoft.com/office/drawing/2014/main" id="{44949A0B-E506-5DE7-2A23-C2CA5436DE0A}"/>
              </a:ext>
            </a:extLst>
          </p:cNvPr>
          <p:cNvGrpSpPr/>
          <p:nvPr userDrawn="1"/>
        </p:nvGrpSpPr>
        <p:grpSpPr>
          <a:xfrm>
            <a:off x="11508226" y="6270255"/>
            <a:ext cx="546132" cy="546132"/>
            <a:chOff x="11082048" y="197383"/>
            <a:chExt cx="486579" cy="486579"/>
          </a:xfrm>
          <a:gradFill>
            <a:gsLst>
              <a:gs pos="0">
                <a:srgbClr val="38EF7D">
                  <a:alpha val="65273"/>
                </a:srgbClr>
              </a:gs>
              <a:gs pos="100000">
                <a:srgbClr val="11998E">
                  <a:alpha val="65000"/>
                </a:srgbClr>
              </a:gs>
            </a:gsLst>
            <a:lin ang="2700000" scaled="1"/>
          </a:gradFill>
        </p:grpSpPr>
        <p:sp>
          <p:nvSpPr>
            <p:cNvPr id="16" name="Oval 15">
              <a:extLst>
                <a:ext uri="{FF2B5EF4-FFF2-40B4-BE49-F238E27FC236}">
                  <a16:creationId xmlns:a16="http://schemas.microsoft.com/office/drawing/2014/main" id="{FD395D56-A0D5-B2F3-8B05-9F07E63BF0C4}"/>
                </a:ext>
              </a:extLst>
            </p:cNvPr>
            <p:cNvSpPr/>
            <p:nvPr userDrawn="1"/>
          </p:nvSpPr>
          <p:spPr>
            <a:xfrm>
              <a:off x="11082048" y="197383"/>
              <a:ext cx="486579" cy="4865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7" name="Oval 16">
              <a:extLst>
                <a:ext uri="{FF2B5EF4-FFF2-40B4-BE49-F238E27FC236}">
                  <a16:creationId xmlns:a16="http://schemas.microsoft.com/office/drawing/2014/main" id="{7BF5558D-A677-95F7-5700-2D1E71FBD838}"/>
                </a:ext>
              </a:extLst>
            </p:cNvPr>
            <p:cNvSpPr/>
            <p:nvPr userDrawn="1"/>
          </p:nvSpPr>
          <p:spPr>
            <a:xfrm>
              <a:off x="11215170" y="330505"/>
              <a:ext cx="220337" cy="220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sp>
        <p:nvSpPr>
          <p:cNvPr id="18" name="Freeform 17">
            <a:extLst>
              <a:ext uri="{FF2B5EF4-FFF2-40B4-BE49-F238E27FC236}">
                <a16:creationId xmlns:a16="http://schemas.microsoft.com/office/drawing/2014/main" id="{A797F9EA-0DAE-4EA8-F91E-D25EC18E94F5}"/>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6" name="Slide Number Placeholder 5"/>
          <p:cNvSpPr>
            <a:spLocks noGrp="1"/>
          </p:cNvSpPr>
          <p:nvPr>
            <p:ph type="sldNum" sz="quarter" idx="12"/>
          </p:nvPr>
        </p:nvSpPr>
        <p:spPr>
          <a:xfrm>
            <a:off x="10409692" y="6356350"/>
            <a:ext cx="2743200" cy="365125"/>
          </a:xfrm>
        </p:spPr>
        <p:txBody>
          <a:bodyPr/>
          <a:lstStyle>
            <a:lvl1pPr algn="ctr">
              <a:defRPr b="1">
                <a:solidFill>
                  <a:schemeClr val="bg1"/>
                </a:solidFill>
              </a:defRPr>
            </a:lvl1pPr>
          </a:lstStyle>
          <a:p>
            <a:fld id="{48F63A3B-78C7-47BE-AE5E-E10140E0464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9Slide.vn - 2019">
            <a:extLst>
              <a:ext uri="{FF2B5EF4-FFF2-40B4-BE49-F238E27FC236}">
                <a16:creationId xmlns:a16="http://schemas.microsoft.com/office/drawing/2014/main" id="{2E2EF8C9-F38D-9516-1D87-18E6996ECB8C}"/>
              </a:ext>
            </a:extLst>
          </p:cNvPr>
          <p:cNvSpPr txBox="1"/>
          <p:nvPr userDrawn="1"/>
        </p:nvSpPr>
        <p:spPr>
          <a:xfrm>
            <a:off x="0" y="-1543110"/>
            <a:ext cx="12192000" cy="400110"/>
          </a:xfrm>
          <a:prstGeom prst="rect">
            <a:avLst/>
          </a:prstGeom>
          <a:noFill/>
        </p:spPr>
        <p:txBody>
          <a:bodyPr vert="horz" rtlCol="0">
            <a:spAutoFit/>
          </a:bodyPr>
          <a:lstStyle/>
          <a:p>
            <a:pPr algn="ctr"/>
            <a:r>
              <a:rPr lang="en-US" sz="2000">
                <a:solidFill>
                  <a:srgbClr val="C3C3C3"/>
                </a:solidFill>
              </a:rPr>
              <a:t>www.9slide.vn</a:t>
            </a:r>
            <a:endParaRPr lang="en-VN" sz="2000">
              <a:solidFill>
                <a:srgbClr val="C3C3C3"/>
              </a:solidFill>
            </a:endParaRPr>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7EE0CA-0453-9B47-838C-B39080F57770}" type="datetime3">
              <a:rPr lang="en-US" smtClean="0"/>
              <a:t>22 May 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Copyrights 2024 CE-UIT. All Rights Reserved.</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
        <p:nvSpPr>
          <p:cNvPr id="19" name="Freeform 18">
            <a:extLst>
              <a:ext uri="{FF2B5EF4-FFF2-40B4-BE49-F238E27FC236}">
                <a16:creationId xmlns:a16="http://schemas.microsoft.com/office/drawing/2014/main" id="{F631ED36-F92A-CE11-0084-292D548DE0CF}"/>
              </a:ext>
            </a:extLst>
          </p:cNvPr>
          <p:cNvSpPr/>
          <p:nvPr userDrawn="1"/>
        </p:nvSpPr>
        <p:spPr>
          <a:xfrm>
            <a:off x="0" y="1418"/>
            <a:ext cx="12194479" cy="6863661"/>
          </a:xfrm>
          <a:custGeom>
            <a:avLst/>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4" r:id="rId4"/>
    <p:sldLayoutId id="2147483663" r:id="rId5"/>
    <p:sldLayoutId id="2147483662" r:id="rId6"/>
    <p:sldLayoutId id="2147483661" r:id="rId7"/>
    <p:sldLayoutId id="2147483652" r:id="rId8"/>
    <p:sldLayoutId id="2147483653" r:id="rId9"/>
    <p:sldLayoutId id="2147483654" r:id="rId10"/>
    <p:sldLayoutId id="2147483655" r:id="rId11"/>
    <p:sldLayoutId id="2147483666" r:id="rId12"/>
    <p:sldLayoutId id="2147483665" r:id="rId13"/>
    <p:sldLayoutId id="2147483656" r:id="rId14"/>
    <p:sldLayoutId id="2147483657" r:id="rId15"/>
    <p:sldLayoutId id="2147483658" r:id="rId16"/>
    <p:sldLayoutId id="2147483659" r:id="rId1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329C4-99A1-6E4F-4374-1D5CEAAC48DD}"/>
              </a:ext>
            </a:extLst>
          </p:cNvPr>
          <p:cNvSpPr>
            <a:spLocks noGrp="1"/>
          </p:cNvSpPr>
          <p:nvPr>
            <p:ph type="ctrTitle"/>
          </p:nvPr>
        </p:nvSpPr>
        <p:spPr>
          <a:xfrm>
            <a:off x="856761" y="1573162"/>
            <a:ext cx="10951779" cy="2104103"/>
          </a:xfrm>
        </p:spPr>
        <p:txBody>
          <a:bodyPr>
            <a:normAutofit/>
          </a:bodyPr>
          <a:lstStyle/>
          <a:p>
            <a:r>
              <a:rPr lang="vi-VN" sz="3600"/>
              <a:t>"Hiện thực khoá số điện tử, mở khóa bằng mật khẩu, có các chức năng đa dạng theo</a:t>
            </a:r>
            <a:r>
              <a:rPr lang="en-US" sz="3600"/>
              <a:t> </a:t>
            </a:r>
            <a:r>
              <a:rPr lang="vi-VN" sz="3600"/>
              <a:t>thực tế sử dụng, dùng LED &amp; LCD cho hiển thị."</a:t>
            </a:r>
            <a:endParaRPr lang="en-VN" sz="3600"/>
          </a:p>
        </p:txBody>
      </p:sp>
      <p:sp>
        <p:nvSpPr>
          <p:cNvPr id="3" name="Text Placeholder 2">
            <a:extLst>
              <a:ext uri="{FF2B5EF4-FFF2-40B4-BE49-F238E27FC236}">
                <a16:creationId xmlns:a16="http://schemas.microsoft.com/office/drawing/2014/main" id="{14CE0914-A039-5855-B5C6-C4237FEC9CD1}"/>
              </a:ext>
            </a:extLst>
          </p:cNvPr>
          <p:cNvSpPr>
            <a:spLocks noGrp="1"/>
          </p:cNvSpPr>
          <p:nvPr>
            <p:ph type="body" sz="quarter" idx="14"/>
          </p:nvPr>
        </p:nvSpPr>
        <p:spPr>
          <a:xfrm>
            <a:off x="1524000" y="6126642"/>
            <a:ext cx="9144000" cy="519113"/>
          </a:xfrm>
        </p:spPr>
        <p:txBody>
          <a:bodyPr/>
          <a:lstStyle/>
          <a:p>
            <a:r>
              <a:rPr lang="en-US">
                <a:latin typeface="+mj-lt"/>
              </a:rPr>
              <a:t>TP. </a:t>
            </a:r>
            <a:r>
              <a:rPr lang="en-US" err="1">
                <a:latin typeface="+mj-lt"/>
              </a:rPr>
              <a:t>Hồ</a:t>
            </a:r>
            <a:r>
              <a:rPr lang="en-US">
                <a:latin typeface="+mj-lt"/>
              </a:rPr>
              <a:t> Chí Minh, </a:t>
            </a:r>
            <a:r>
              <a:rPr lang="en-US" err="1">
                <a:latin typeface="+mj-lt"/>
              </a:rPr>
              <a:t>ngày</a:t>
            </a:r>
            <a:r>
              <a:rPr lang="en-US">
                <a:latin typeface="+mj-lt"/>
              </a:rPr>
              <a:t> 22 </a:t>
            </a:r>
            <a:r>
              <a:rPr lang="en-US" err="1">
                <a:latin typeface="+mj-lt"/>
              </a:rPr>
              <a:t>tháng</a:t>
            </a:r>
            <a:r>
              <a:rPr lang="en-US">
                <a:latin typeface="+mj-lt"/>
              </a:rPr>
              <a:t> 05 </a:t>
            </a:r>
            <a:r>
              <a:rPr lang="en-US" err="1">
                <a:latin typeface="+mj-lt"/>
              </a:rPr>
              <a:t>năm</a:t>
            </a:r>
            <a:r>
              <a:rPr lang="en-US">
                <a:latin typeface="+mj-lt"/>
              </a:rPr>
              <a:t> 2026</a:t>
            </a:r>
            <a:endParaRPr lang="en-VN">
              <a:latin typeface="+mj-lt"/>
            </a:endParaRPr>
          </a:p>
        </p:txBody>
      </p:sp>
      <p:sp>
        <p:nvSpPr>
          <p:cNvPr id="4" name="Text Placeholder 3">
            <a:extLst>
              <a:ext uri="{FF2B5EF4-FFF2-40B4-BE49-F238E27FC236}">
                <a16:creationId xmlns:a16="http://schemas.microsoft.com/office/drawing/2014/main" id="{CA21DE20-70D6-DD65-B1D0-08C5B47A043F}"/>
              </a:ext>
            </a:extLst>
          </p:cNvPr>
          <p:cNvSpPr>
            <a:spLocks noGrp="1"/>
          </p:cNvSpPr>
          <p:nvPr>
            <p:ph type="body" sz="quarter" idx="15"/>
          </p:nvPr>
        </p:nvSpPr>
        <p:spPr>
          <a:xfrm>
            <a:off x="1974789" y="1407699"/>
            <a:ext cx="3147818" cy="381000"/>
          </a:xfrm>
        </p:spPr>
        <p:txBody>
          <a:bodyPr/>
          <a:lstStyle/>
          <a:p>
            <a:pPr marL="0" indent="0" algn="ctr">
              <a:buNone/>
            </a:pPr>
            <a:r>
              <a:rPr lang="en-US" sz="2000">
                <a:latin typeface="Aptos" panose="020B0004020202020204" pitchFamily="34" charset="0"/>
              </a:rPr>
              <a:t>BÁO CÁO ĐỒ ÁN</a:t>
            </a:r>
            <a:endParaRPr lang="en-VN" sz="2000">
              <a:latin typeface="Aptos" panose="020B0004020202020204" pitchFamily="34" charset="0"/>
            </a:endParaRPr>
          </a:p>
        </p:txBody>
      </p:sp>
      <p:sp>
        <p:nvSpPr>
          <p:cNvPr id="5" name="Text Placeholder 3">
            <a:extLst>
              <a:ext uri="{FF2B5EF4-FFF2-40B4-BE49-F238E27FC236}">
                <a16:creationId xmlns:a16="http://schemas.microsoft.com/office/drawing/2014/main" id="{3C6246CC-3031-0587-C80E-1F2613A0F2ED}"/>
              </a:ext>
            </a:extLst>
          </p:cNvPr>
          <p:cNvSpPr txBox="1">
            <a:spLocks/>
          </p:cNvSpPr>
          <p:nvPr/>
        </p:nvSpPr>
        <p:spPr>
          <a:xfrm>
            <a:off x="5308066" y="3487750"/>
            <a:ext cx="6107186" cy="381000"/>
          </a:xfrm>
          <a:prstGeom prst="roundRect">
            <a:avLst>
              <a:gd name="adj" fmla="val 8146"/>
            </a:avLst>
          </a:prstGeom>
          <a:gradFill flip="none" rotWithShape="1">
            <a:gsLst>
              <a:gs pos="100000">
                <a:schemeClr val="accent3">
                  <a:lumMod val="75000"/>
                </a:schemeClr>
              </a:gs>
              <a:gs pos="0">
                <a:schemeClr val="accent4">
                  <a:lumMod val="75000"/>
                </a:schemeClr>
              </a:gs>
            </a:gsLst>
            <a:lin ang="2700000" scaled="1"/>
            <a:tileRect/>
          </a:gradFill>
          <a:effectLst>
            <a:innerShdw blurRad="127000">
              <a:schemeClr val="bg1">
                <a:alpha val="80000"/>
              </a:schemeClr>
            </a:innerShdw>
          </a:effectLst>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VN" sz="1600" b="1" kern="1200" dirty="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a:latin typeface="Aptos" panose="020B0004020202020204" pitchFamily="34" charset="0"/>
              </a:rPr>
              <a:t>THIẾT KẾ HỆ THỐNG SỐ VỚI HDL</a:t>
            </a:r>
          </a:p>
        </p:txBody>
      </p:sp>
      <p:sp>
        <p:nvSpPr>
          <p:cNvPr id="6" name="TextBox 5">
            <a:extLst>
              <a:ext uri="{FF2B5EF4-FFF2-40B4-BE49-F238E27FC236}">
                <a16:creationId xmlns:a16="http://schemas.microsoft.com/office/drawing/2014/main" id="{F6EB8950-CEA9-3B00-0CBE-EF2FFEBF39F2}"/>
              </a:ext>
            </a:extLst>
          </p:cNvPr>
          <p:cNvSpPr txBox="1"/>
          <p:nvPr/>
        </p:nvSpPr>
        <p:spPr>
          <a:xfrm>
            <a:off x="3548698" y="4303941"/>
            <a:ext cx="5407742" cy="1631216"/>
          </a:xfrm>
          <a:prstGeom prst="rect">
            <a:avLst/>
          </a:prstGeom>
          <a:noFill/>
        </p:spPr>
        <p:txBody>
          <a:bodyPr wrap="square" rtlCol="0">
            <a:spAutoFit/>
          </a:bodyPr>
          <a:lstStyle/>
          <a:p>
            <a:pPr algn="l">
              <a:spcBef>
                <a:spcPts val="300"/>
              </a:spcBef>
              <a:spcAft>
                <a:spcPts val="300"/>
              </a:spcAft>
            </a:pPr>
            <a:r>
              <a:rPr lang="en-US" sz="1600" i="1">
                <a:latin typeface="+mj-lt"/>
              </a:rPr>
              <a:t>Sinh viên:</a:t>
            </a:r>
            <a:r>
              <a:rPr lang="en-US" sz="1600">
                <a:latin typeface="+mj-lt"/>
              </a:rPr>
              <a:t> 		</a:t>
            </a:r>
            <a:r>
              <a:rPr lang="vi-VN" sz="1600">
                <a:latin typeface="+mj-lt"/>
              </a:rPr>
              <a:t>Nguyễn Tuấn Minh – 23520944</a:t>
            </a:r>
            <a:endParaRPr lang="en-US" sz="1600">
              <a:latin typeface="+mj-lt"/>
            </a:endParaRPr>
          </a:p>
          <a:p>
            <a:pPr lvl="3">
              <a:spcBef>
                <a:spcPts val="300"/>
              </a:spcBef>
              <a:spcAft>
                <a:spcPts val="300"/>
              </a:spcAft>
            </a:pPr>
            <a:r>
              <a:rPr lang="vi-VN" sz="1600">
                <a:latin typeface="+mj-lt"/>
              </a:rPr>
              <a:t>Nguyễn Minh Khôi – 22520700</a:t>
            </a:r>
            <a:endParaRPr lang="en-US" sz="1600">
              <a:latin typeface="+mj-lt"/>
            </a:endParaRPr>
          </a:p>
          <a:p>
            <a:pPr lvl="3">
              <a:spcBef>
                <a:spcPts val="300"/>
              </a:spcBef>
              <a:spcAft>
                <a:spcPts val="300"/>
              </a:spcAft>
            </a:pPr>
            <a:r>
              <a:rPr lang="vi-VN" sz="1600">
                <a:latin typeface="+mj-lt"/>
              </a:rPr>
              <a:t>Dương Trọng Nghĩa - 23521007</a:t>
            </a:r>
            <a:endParaRPr lang="en-US" sz="1600">
              <a:latin typeface="+mj-lt"/>
            </a:endParaRPr>
          </a:p>
          <a:p>
            <a:pPr algn="l">
              <a:spcBef>
                <a:spcPts val="300"/>
              </a:spcBef>
              <a:spcAft>
                <a:spcPts val="300"/>
              </a:spcAft>
            </a:pPr>
            <a:r>
              <a:rPr lang="en-US" sz="1600" i="1">
                <a:latin typeface="+mj-lt"/>
              </a:rPr>
              <a:t>Lớp:</a:t>
            </a:r>
            <a:r>
              <a:rPr lang="en-US" sz="1600">
                <a:latin typeface="+mj-lt"/>
              </a:rPr>
              <a:t> 			CE213.Q23</a:t>
            </a:r>
          </a:p>
          <a:p>
            <a:pPr algn="l">
              <a:spcBef>
                <a:spcPts val="300"/>
              </a:spcBef>
              <a:spcAft>
                <a:spcPts val="300"/>
              </a:spcAft>
            </a:pPr>
            <a:r>
              <a:rPr lang="en-US" sz="1600" i="1">
                <a:latin typeface="+mj-lt"/>
              </a:rPr>
              <a:t>GVHD:</a:t>
            </a:r>
            <a:r>
              <a:rPr lang="en-US" sz="1600">
                <a:latin typeface="+mj-lt"/>
              </a:rPr>
              <a:t> 		ThS. Hồ Ngọc Diễm</a:t>
            </a:r>
          </a:p>
        </p:txBody>
      </p:sp>
    </p:spTree>
    <p:extLst>
      <p:ext uri="{BB962C8B-B14F-4D97-AF65-F5344CB8AC3E}">
        <p14:creationId xmlns:p14="http://schemas.microsoft.com/office/powerpoint/2010/main" val="2052702596"/>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9E84C-3683-652F-CF31-A1F9AD732A33}"/>
              </a:ext>
            </a:extLst>
          </p:cNvPr>
          <p:cNvSpPr>
            <a:spLocks noGrp="1"/>
          </p:cNvSpPr>
          <p:nvPr>
            <p:ph type="title"/>
          </p:nvPr>
        </p:nvSpPr>
        <p:spPr>
          <a:xfrm>
            <a:off x="606000" y="1036767"/>
            <a:ext cx="10980000" cy="890663"/>
          </a:xfrm>
        </p:spPr>
        <p:txBody>
          <a:bodyPr anchor="ctr">
            <a:normAutofit/>
          </a:bodyPr>
          <a:lstStyle/>
          <a:p>
            <a:r>
              <a:rPr lang="en-US" i="1"/>
              <a:t>Phân công công việc</a:t>
            </a:r>
            <a:endParaRPr lang="en-VN" i="1"/>
          </a:p>
        </p:txBody>
      </p:sp>
      <p:sp>
        <p:nvSpPr>
          <p:cNvPr id="8" name="Footer Placeholder 3">
            <a:extLst>
              <a:ext uri="{FF2B5EF4-FFF2-40B4-BE49-F238E27FC236}">
                <a16:creationId xmlns:a16="http://schemas.microsoft.com/office/drawing/2014/main" id="{4DDF8C42-F853-0CEB-FC1F-1986663A1C4B}"/>
              </a:ext>
            </a:extLst>
          </p:cNvPr>
          <p:cNvSpPr>
            <a:spLocks noGrp="1"/>
          </p:cNvSpPr>
          <p:nvPr>
            <p:ph type="ftr" sz="quarter" idx="11"/>
          </p:nvPr>
        </p:nvSpPr>
        <p:spPr>
          <a:xfrm>
            <a:off x="4233564" y="6356350"/>
            <a:ext cx="4114800" cy="365125"/>
          </a:xfrm>
        </p:spPr>
        <p:txBody>
          <a:bodyPr/>
          <a:lstStyle/>
          <a:p>
            <a:pPr>
              <a:spcAft>
                <a:spcPts val="600"/>
              </a:spcAft>
            </a:pPr>
            <a:r>
              <a:rPr lang="en-US"/>
              <a:t>Copyrights 2024 CE-UIT. All Rights Reserved.</a:t>
            </a:r>
          </a:p>
        </p:txBody>
      </p:sp>
      <p:sp>
        <p:nvSpPr>
          <p:cNvPr id="5" name="Slide Number Placeholder 4">
            <a:extLst>
              <a:ext uri="{FF2B5EF4-FFF2-40B4-BE49-F238E27FC236}">
                <a16:creationId xmlns:a16="http://schemas.microsoft.com/office/drawing/2014/main" id="{51644F55-1C93-504E-9D59-CA42F6113C46}"/>
              </a:ext>
            </a:extLst>
          </p:cNvPr>
          <p:cNvSpPr>
            <a:spLocks noGrp="1"/>
          </p:cNvSpPr>
          <p:nvPr>
            <p:ph type="sldNum" sz="quarter" idx="12"/>
          </p:nvPr>
        </p:nvSpPr>
        <p:spPr>
          <a:xfrm>
            <a:off x="10422944" y="6356350"/>
            <a:ext cx="2743200" cy="365125"/>
          </a:xfrm>
        </p:spPr>
        <p:txBody>
          <a:bodyPr anchor="ctr">
            <a:normAutofit/>
          </a:bodyPr>
          <a:lstStyle/>
          <a:p>
            <a:pPr>
              <a:spcAft>
                <a:spcPts val="600"/>
              </a:spcAft>
            </a:pPr>
            <a:fld id="{48F63A3B-78C7-47BE-AE5E-E10140E04643}" type="slidenum">
              <a:rPr lang="en-US" smtClean="0"/>
              <a:pPr>
                <a:spcAft>
                  <a:spcPts val="600"/>
                </a:spcAft>
              </a:pPr>
              <a:t>2</a:t>
            </a:fld>
            <a:endParaRPr lang="en-US"/>
          </a:p>
        </p:txBody>
      </p:sp>
      <p:graphicFrame>
        <p:nvGraphicFramePr>
          <p:cNvPr id="6" name="Table 5">
            <a:extLst>
              <a:ext uri="{FF2B5EF4-FFF2-40B4-BE49-F238E27FC236}">
                <a16:creationId xmlns:a16="http://schemas.microsoft.com/office/drawing/2014/main" id="{066799FA-5BAC-D5A6-094B-B7D0468EBC50}"/>
              </a:ext>
            </a:extLst>
          </p:cNvPr>
          <p:cNvGraphicFramePr>
            <a:graphicFrameLocks noGrp="1"/>
          </p:cNvGraphicFramePr>
          <p:nvPr>
            <p:extLst>
              <p:ext uri="{D42A27DB-BD31-4B8C-83A1-F6EECF244321}">
                <p14:modId xmlns:p14="http://schemas.microsoft.com/office/powerpoint/2010/main" val="669879772"/>
              </p:ext>
            </p:extLst>
          </p:nvPr>
        </p:nvGraphicFramePr>
        <p:xfrm>
          <a:off x="766447" y="2020278"/>
          <a:ext cx="10659105" cy="3994121"/>
        </p:xfrm>
        <a:graphic>
          <a:graphicData uri="http://schemas.openxmlformats.org/drawingml/2006/table">
            <a:tbl>
              <a:tblPr firstRow="1" firstCol="1" bandRow="1"/>
              <a:tblGrid>
                <a:gridCol w="1816305">
                  <a:extLst>
                    <a:ext uri="{9D8B030D-6E8A-4147-A177-3AD203B41FA5}">
                      <a16:colId xmlns:a16="http://schemas.microsoft.com/office/drawing/2014/main" val="1711212160"/>
                    </a:ext>
                  </a:extLst>
                </a:gridCol>
                <a:gridCol w="2392140">
                  <a:extLst>
                    <a:ext uri="{9D8B030D-6E8A-4147-A177-3AD203B41FA5}">
                      <a16:colId xmlns:a16="http://schemas.microsoft.com/office/drawing/2014/main" val="1472521207"/>
                    </a:ext>
                  </a:extLst>
                </a:gridCol>
                <a:gridCol w="6450660">
                  <a:extLst>
                    <a:ext uri="{9D8B030D-6E8A-4147-A177-3AD203B41FA5}">
                      <a16:colId xmlns:a16="http://schemas.microsoft.com/office/drawing/2014/main" val="1288441883"/>
                    </a:ext>
                  </a:extLst>
                </a:gridCol>
              </a:tblGrid>
              <a:tr h="321369">
                <a:tc>
                  <a:txBody>
                    <a:bodyPr/>
                    <a:lstStyle/>
                    <a:p>
                      <a:pPr marL="0" marR="0" algn="l" fontAlgn="ctr">
                        <a:lnSpc>
                          <a:spcPct val="115000"/>
                        </a:lnSpc>
                        <a:spcAft>
                          <a:spcPts val="1000"/>
                        </a:spcAft>
                        <a:buNone/>
                      </a:pPr>
                      <a:r>
                        <a:rPr lang="vi-VN" sz="2200" b="1" i="0" u="none" strike="noStrike" kern="100">
                          <a:effectLst/>
                          <a:latin typeface="Times New Roman" panose="02020603050405020304" pitchFamily="18" charset="0"/>
                          <a:ea typeface="Aptos" panose="020B0004020202020204" pitchFamily="34" charset="0"/>
                          <a:cs typeface="Times New Roman" panose="02020603050405020304" pitchFamily="18" charset="0"/>
                        </a:rPr>
                        <a:t>MSSV</a:t>
                      </a:r>
                      <a:r>
                        <a:rPr lang="en-US"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S" sz="3000" b="0" i="0" u="none" strike="noStrike">
                        <a:effectLst/>
                        <a:latin typeface="Arial" panose="020B0604020202020204" pitchFamily="34" charset="0"/>
                      </a:endParaRPr>
                    </a:p>
                  </a:txBody>
                  <a:tcPr marL="16076" marR="16076" marT="160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fontAlgn="ctr">
                        <a:lnSpc>
                          <a:spcPct val="115000"/>
                        </a:lnSpc>
                        <a:spcAft>
                          <a:spcPts val="1000"/>
                        </a:spcAft>
                        <a:buNone/>
                      </a:pPr>
                      <a:r>
                        <a:rPr lang="vi-VN" sz="2200" b="1" i="0" u="none" strike="noStrike" kern="100">
                          <a:effectLst/>
                          <a:latin typeface="Times New Roman" panose="02020603050405020304" pitchFamily="18" charset="0"/>
                          <a:ea typeface="Aptos" panose="020B0004020202020204" pitchFamily="34" charset="0"/>
                          <a:cs typeface="Times New Roman" panose="02020603050405020304" pitchFamily="18" charset="0"/>
                        </a:rPr>
                        <a:t>Họ tên</a:t>
                      </a:r>
                      <a:r>
                        <a:rPr lang="en-US"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S" sz="3000" b="0" i="0" u="none" strike="noStrike">
                        <a:effectLst/>
                        <a:latin typeface="Arial" panose="020B0604020202020204" pitchFamily="34" charset="0"/>
                      </a:endParaRPr>
                    </a:p>
                  </a:txBody>
                  <a:tcPr marL="16076" marR="16076" marT="160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fontAlgn="ctr">
                        <a:lnSpc>
                          <a:spcPct val="115000"/>
                        </a:lnSpc>
                        <a:spcAft>
                          <a:spcPts val="1000"/>
                        </a:spcAft>
                        <a:buNone/>
                      </a:pPr>
                      <a:r>
                        <a:rPr lang="vi-VN" sz="2200" b="1" i="0" u="none" strike="noStrike" kern="100">
                          <a:effectLst/>
                          <a:latin typeface="Times New Roman" panose="02020603050405020304" pitchFamily="18" charset="0"/>
                          <a:ea typeface="Aptos" panose="020B0004020202020204" pitchFamily="34" charset="0"/>
                          <a:cs typeface="Times New Roman" panose="02020603050405020304" pitchFamily="18" charset="0"/>
                        </a:rPr>
                        <a:t>Task</a:t>
                      </a:r>
                      <a:r>
                        <a:rPr lang="en-US"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S" sz="3000" b="0" i="0" u="none" strike="noStrike">
                        <a:effectLst/>
                        <a:latin typeface="Arial" panose="020B0604020202020204" pitchFamily="34" charset="0"/>
                      </a:endParaRPr>
                    </a:p>
                  </a:txBody>
                  <a:tcPr marL="16076" marR="16076" marT="160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79502288"/>
                  </a:ext>
                </a:extLst>
              </a:tr>
              <a:tr h="1246889">
                <a:tc>
                  <a:txBody>
                    <a:bodyPr/>
                    <a:lstStyle/>
                    <a:p>
                      <a:pPr marL="0" marR="0" algn="l" fontAlgn="ctr">
                        <a:lnSpc>
                          <a:spcPct val="115000"/>
                        </a:lnSpc>
                        <a:spcAft>
                          <a:spcPts val="1000"/>
                        </a:spcAft>
                        <a:buNone/>
                      </a:pPr>
                      <a:r>
                        <a:rPr lang="vi-VN"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23520944</a:t>
                      </a:r>
                      <a:r>
                        <a:rPr lang="en-US"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S" sz="3000" b="0" i="0" u="none" strike="noStrike">
                        <a:effectLst/>
                        <a:latin typeface="Arial" panose="020B0604020202020204" pitchFamily="34" charset="0"/>
                      </a:endParaRPr>
                    </a:p>
                  </a:txBody>
                  <a:tcPr marL="16076" marR="16076" marT="160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fontAlgn="ctr">
                        <a:lnSpc>
                          <a:spcPct val="115000"/>
                        </a:lnSpc>
                        <a:spcAft>
                          <a:spcPts val="1000"/>
                        </a:spcAft>
                        <a:buNone/>
                      </a:pPr>
                      <a:r>
                        <a:rPr lang="vi-VN"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Nguyễn Tuấn Minh</a:t>
                      </a:r>
                      <a:r>
                        <a:rPr lang="en-US"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S" sz="3000" b="0" i="0" u="none" strike="noStrike">
                        <a:effectLst/>
                        <a:latin typeface="Arial" panose="020B0604020202020204" pitchFamily="34" charset="0"/>
                      </a:endParaRPr>
                    </a:p>
                  </a:txBody>
                  <a:tcPr marL="16076" marR="16076" marT="160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fontAlgn="ctr">
                        <a:lnSpc>
                          <a:spcPct val="115000"/>
                        </a:lnSpc>
                        <a:spcAft>
                          <a:spcPts val="1000"/>
                        </a:spcAft>
                        <a:buNone/>
                      </a:pPr>
                      <a:r>
                        <a:rPr lang="vi-VN"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Thiết kế module LCD_Driver và Password_Memory, ghép nối Top-level, thực hiện gán chân Pin Planner và tổng hợp Quartus.</a:t>
                      </a:r>
                      <a:r>
                        <a:rPr lang="en-US"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S" sz="3000" b="0" i="0" u="none" strike="noStrike">
                        <a:effectLst/>
                        <a:latin typeface="Arial" panose="020B0604020202020204" pitchFamily="34" charset="0"/>
                      </a:endParaRPr>
                    </a:p>
                  </a:txBody>
                  <a:tcPr marL="16076" marR="16076" marT="160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5756423"/>
                  </a:ext>
                </a:extLst>
              </a:tr>
              <a:tr h="938382">
                <a:tc>
                  <a:txBody>
                    <a:bodyPr/>
                    <a:lstStyle/>
                    <a:p>
                      <a:pPr marL="0" marR="0" algn="l" fontAlgn="ctr">
                        <a:lnSpc>
                          <a:spcPct val="115000"/>
                        </a:lnSpc>
                        <a:spcAft>
                          <a:spcPts val="1000"/>
                        </a:spcAft>
                        <a:buNone/>
                      </a:pPr>
                      <a:r>
                        <a:rPr lang="vi-VN"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22520700</a:t>
                      </a:r>
                      <a:r>
                        <a:rPr lang="en-US"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S" sz="3000" b="0" i="0" u="none" strike="noStrike">
                        <a:effectLst/>
                        <a:latin typeface="Arial" panose="020B0604020202020204" pitchFamily="34" charset="0"/>
                      </a:endParaRPr>
                    </a:p>
                  </a:txBody>
                  <a:tcPr marL="16076" marR="16076" marT="160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fontAlgn="ctr">
                        <a:lnSpc>
                          <a:spcPct val="115000"/>
                        </a:lnSpc>
                        <a:spcAft>
                          <a:spcPts val="1000"/>
                        </a:spcAft>
                        <a:buNone/>
                      </a:pPr>
                      <a:r>
                        <a:rPr lang="vi-VN"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Nguyễn Minh Khôi</a:t>
                      </a:r>
                      <a:r>
                        <a:rPr lang="en-US"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S" sz="3000" b="0" i="0" u="none" strike="noStrike">
                        <a:effectLst/>
                        <a:latin typeface="Arial" panose="020B0604020202020204" pitchFamily="34" charset="0"/>
                      </a:endParaRPr>
                    </a:p>
                  </a:txBody>
                  <a:tcPr marL="16076" marR="16076" marT="160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fontAlgn="ctr">
                        <a:lnSpc>
                          <a:spcPct val="115000"/>
                        </a:lnSpc>
                        <a:spcAft>
                          <a:spcPts val="1000"/>
                        </a:spcAft>
                        <a:buNone/>
                      </a:pPr>
                      <a:r>
                        <a:rPr lang="vi-VN"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Thiết kế module Main_FSM và Switch_Input, xây dựng hệ thống Testbench tự động, chạy mô</a:t>
                      </a:r>
                      <a:r>
                        <a:rPr lang="en-US"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 phỏng ModelSim và gỡ lỗi</a:t>
                      </a:r>
                      <a:r>
                        <a:rPr lang="vi-VN"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a:t>
                      </a:r>
                      <a:r>
                        <a:rPr lang="en-US"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S" sz="3000" b="0" i="0" u="none" strike="noStrike">
                        <a:effectLst/>
                        <a:latin typeface="Arial" panose="020B0604020202020204" pitchFamily="34" charset="0"/>
                      </a:endParaRPr>
                    </a:p>
                  </a:txBody>
                  <a:tcPr marL="16076" marR="16076" marT="160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29699883"/>
                  </a:ext>
                </a:extLst>
              </a:tr>
              <a:tr h="938382">
                <a:tc>
                  <a:txBody>
                    <a:bodyPr/>
                    <a:lstStyle/>
                    <a:p>
                      <a:pPr marL="0" marR="0" algn="l" fontAlgn="ctr">
                        <a:lnSpc>
                          <a:spcPct val="115000"/>
                        </a:lnSpc>
                        <a:spcAft>
                          <a:spcPts val="1000"/>
                        </a:spcAft>
                        <a:buNone/>
                      </a:pPr>
                      <a:r>
                        <a:rPr lang="vi-VN"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23521007</a:t>
                      </a:r>
                      <a:r>
                        <a:rPr lang="en-US"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S" sz="3000" b="0" i="0" u="none" strike="noStrike">
                        <a:effectLst/>
                        <a:latin typeface="Arial" panose="020B0604020202020204" pitchFamily="34" charset="0"/>
                      </a:endParaRPr>
                    </a:p>
                  </a:txBody>
                  <a:tcPr marL="16076" marR="16076" marT="160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fontAlgn="ctr">
                        <a:lnSpc>
                          <a:spcPct val="115000"/>
                        </a:lnSpc>
                        <a:spcAft>
                          <a:spcPts val="1000"/>
                        </a:spcAft>
                        <a:buNone/>
                      </a:pPr>
                      <a:r>
                        <a:rPr lang="vi-VN"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Dương Trọng Nghĩa</a:t>
                      </a:r>
                      <a:r>
                        <a:rPr lang="en-US"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S" sz="3000" b="0" i="0" u="none" strike="noStrike">
                        <a:effectLst/>
                        <a:latin typeface="Arial" panose="020B0604020202020204" pitchFamily="34" charset="0"/>
                      </a:endParaRPr>
                    </a:p>
                  </a:txBody>
                  <a:tcPr marL="16076" marR="16076" marT="160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fontAlgn="ctr">
                        <a:lnSpc>
                          <a:spcPct val="115000"/>
                        </a:lnSpc>
                        <a:spcAft>
                          <a:spcPts val="1000"/>
                        </a:spcAft>
                        <a:buNone/>
                      </a:pPr>
                      <a:r>
                        <a:rPr lang="vi-VN"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Thiết kế module Code_Checker, nạp và kiểm thử trực tiếp trên kit phần cứng DE2, phân tích số liệu tài nguyên và viết báo cáo.</a:t>
                      </a:r>
                      <a:r>
                        <a:rPr lang="en-US" sz="2200" b="0" i="0" u="none" strike="noStrike"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S" sz="3000" b="0" i="0" u="none" strike="noStrike">
                        <a:effectLst/>
                        <a:latin typeface="Arial" panose="020B0604020202020204" pitchFamily="34" charset="0"/>
                      </a:endParaRPr>
                    </a:p>
                  </a:txBody>
                  <a:tcPr marL="16076" marR="16076" marT="1607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5567936"/>
                  </a:ext>
                </a:extLst>
              </a:tr>
            </a:tbl>
          </a:graphicData>
        </a:graphic>
      </p:graphicFrame>
    </p:spTree>
    <p:extLst>
      <p:ext uri="{BB962C8B-B14F-4D97-AF65-F5344CB8AC3E}">
        <p14:creationId xmlns:p14="http://schemas.microsoft.com/office/powerpoint/2010/main" val="12649555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2C05B-2C91-80AE-7476-76FB518A6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206947-DCFF-B53E-7723-21F74CF2F4DC}"/>
              </a:ext>
            </a:extLst>
          </p:cNvPr>
          <p:cNvSpPr>
            <a:spLocks noGrp="1"/>
          </p:cNvSpPr>
          <p:nvPr>
            <p:ph type="title"/>
          </p:nvPr>
        </p:nvSpPr>
        <p:spPr>
          <a:xfrm>
            <a:off x="606000" y="938753"/>
            <a:ext cx="10980000" cy="890663"/>
          </a:xfrm>
        </p:spPr>
        <p:txBody>
          <a:bodyPr/>
          <a:lstStyle/>
          <a:p>
            <a:r>
              <a:rPr lang="en-VN" i="1"/>
              <a:t>Nội dung báo cáo</a:t>
            </a:r>
          </a:p>
        </p:txBody>
      </p:sp>
      <p:sp>
        <p:nvSpPr>
          <p:cNvPr id="5" name="Slide Number Placeholder 4">
            <a:extLst>
              <a:ext uri="{FF2B5EF4-FFF2-40B4-BE49-F238E27FC236}">
                <a16:creationId xmlns:a16="http://schemas.microsoft.com/office/drawing/2014/main" id="{256200CB-BA17-ACFB-1FAD-F8FC88F011B8}"/>
              </a:ext>
            </a:extLst>
          </p:cNvPr>
          <p:cNvSpPr>
            <a:spLocks noGrp="1"/>
          </p:cNvSpPr>
          <p:nvPr>
            <p:ph type="sldNum" sz="quarter" idx="12"/>
          </p:nvPr>
        </p:nvSpPr>
        <p:spPr/>
        <p:txBody>
          <a:bodyPr/>
          <a:lstStyle/>
          <a:p>
            <a:fld id="{48F63A3B-78C7-47BE-AE5E-E10140E04643}" type="slidenum">
              <a:rPr lang="en-US" smtClean="0">
                <a:latin typeface="Aptos" panose="020B0004020202020204" pitchFamily="34" charset="0"/>
              </a:rPr>
              <a:pPr/>
              <a:t>3</a:t>
            </a:fld>
            <a:endParaRPr lang="en-US">
              <a:latin typeface="Aptos" panose="020B0004020202020204" pitchFamily="34" charset="0"/>
            </a:endParaRPr>
          </a:p>
        </p:txBody>
      </p:sp>
      <p:grpSp>
        <p:nvGrpSpPr>
          <p:cNvPr id="10" name="Group 9">
            <a:extLst>
              <a:ext uri="{FF2B5EF4-FFF2-40B4-BE49-F238E27FC236}">
                <a16:creationId xmlns:a16="http://schemas.microsoft.com/office/drawing/2014/main" id="{854B2AB6-EA72-88E7-C84F-E1DDE094854E}"/>
              </a:ext>
            </a:extLst>
          </p:cNvPr>
          <p:cNvGrpSpPr/>
          <p:nvPr/>
        </p:nvGrpSpPr>
        <p:grpSpPr>
          <a:xfrm>
            <a:off x="1967226" y="2005263"/>
            <a:ext cx="7770177" cy="800959"/>
            <a:chOff x="1033164" y="3239499"/>
            <a:chExt cx="7770177" cy="948373"/>
          </a:xfrm>
        </p:grpSpPr>
        <p:sp>
          <p:nvSpPr>
            <p:cNvPr id="11" name="Rounded Rectangle 10">
              <a:extLst>
                <a:ext uri="{FF2B5EF4-FFF2-40B4-BE49-F238E27FC236}">
                  <a16:creationId xmlns:a16="http://schemas.microsoft.com/office/drawing/2014/main" id="{1FD568FB-DECA-597C-D9FD-0652F762297A}"/>
                </a:ext>
              </a:extLst>
            </p:cNvPr>
            <p:cNvSpPr/>
            <p:nvPr/>
          </p:nvSpPr>
          <p:spPr>
            <a:xfrm>
              <a:off x="1033164" y="3239499"/>
              <a:ext cx="7770177" cy="948373"/>
            </a:xfrm>
            <a:prstGeom prst="roundRect">
              <a:avLst>
                <a:gd name="adj" fmla="val 6767"/>
              </a:avLst>
            </a:prstGeom>
            <a:solidFill>
              <a:schemeClr val="accent4">
                <a:lumMod val="75000"/>
              </a:schemeClr>
            </a:solidFill>
            <a:ln w="19050">
              <a:solidFill>
                <a:schemeClr val="accent4">
                  <a:lumMod val="75000"/>
                </a:schemeClr>
              </a:solid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VN" sz="2000">
                <a:solidFill>
                  <a:schemeClr val="bg1"/>
                </a:solidFill>
                <a:latin typeface="+mj-lt"/>
              </a:endParaRPr>
            </a:p>
          </p:txBody>
        </p:sp>
        <p:sp>
          <p:nvSpPr>
            <p:cNvPr id="12" name="Oval 11">
              <a:extLst>
                <a:ext uri="{FF2B5EF4-FFF2-40B4-BE49-F238E27FC236}">
                  <a16:creationId xmlns:a16="http://schemas.microsoft.com/office/drawing/2014/main" id="{2CDAD980-C204-7ECE-A127-EC58F1BF4488}"/>
                </a:ext>
              </a:extLst>
            </p:cNvPr>
            <p:cNvSpPr/>
            <p:nvPr/>
          </p:nvSpPr>
          <p:spPr>
            <a:xfrm>
              <a:off x="1193005" y="3410075"/>
              <a:ext cx="780176" cy="607219"/>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latin typeface="+mj-lt"/>
                  <a:cs typeface="Times New Roman" panose="02020603050405020304" pitchFamily="18" charset="0"/>
                </a:rPr>
                <a:t>I</a:t>
              </a:r>
              <a:endParaRPr lang="en-VN" sz="2400" b="1">
                <a:solidFill>
                  <a:schemeClr val="bg1"/>
                </a:solidFill>
                <a:latin typeface="+mj-lt"/>
                <a:cs typeface="Times New Roman" panose="02020603050405020304" pitchFamily="18" charset="0"/>
              </a:endParaRPr>
            </a:p>
          </p:txBody>
        </p:sp>
        <p:sp>
          <p:nvSpPr>
            <p:cNvPr id="13" name="TextBox 12">
              <a:extLst>
                <a:ext uri="{FF2B5EF4-FFF2-40B4-BE49-F238E27FC236}">
                  <a16:creationId xmlns:a16="http://schemas.microsoft.com/office/drawing/2014/main" id="{04CCFDD8-E05F-356D-BB9D-551000F81F01}"/>
                </a:ext>
              </a:extLst>
            </p:cNvPr>
            <p:cNvSpPr txBox="1"/>
            <p:nvPr/>
          </p:nvSpPr>
          <p:spPr>
            <a:xfrm>
              <a:off x="2133023" y="3440368"/>
              <a:ext cx="6609248" cy="546633"/>
            </a:xfrm>
            <a:prstGeom prst="rect">
              <a:avLst/>
            </a:prstGeom>
            <a:noFill/>
          </p:spPr>
          <p:txBody>
            <a:bodyPr wrap="square" rtlCol="0" anchor="ctr">
              <a:spAutoFit/>
            </a:bodyPr>
            <a:lstStyle/>
            <a:p>
              <a:r>
                <a:rPr lang="en-US" sz="2400">
                  <a:solidFill>
                    <a:schemeClr val="bg1"/>
                  </a:solidFill>
                  <a:latin typeface="+mj-lt"/>
                </a:rPr>
                <a:t>Tổng quan về đề tài</a:t>
              </a:r>
            </a:p>
          </p:txBody>
        </p:sp>
      </p:grpSp>
      <p:grpSp>
        <p:nvGrpSpPr>
          <p:cNvPr id="14" name="Group 13">
            <a:extLst>
              <a:ext uri="{FF2B5EF4-FFF2-40B4-BE49-F238E27FC236}">
                <a16:creationId xmlns:a16="http://schemas.microsoft.com/office/drawing/2014/main" id="{64B25A64-BAB1-B626-3BC7-495C72651D0F}"/>
              </a:ext>
            </a:extLst>
          </p:cNvPr>
          <p:cNvGrpSpPr/>
          <p:nvPr/>
        </p:nvGrpSpPr>
        <p:grpSpPr>
          <a:xfrm>
            <a:off x="1967228" y="2918922"/>
            <a:ext cx="7770177" cy="779208"/>
            <a:chOff x="1033164" y="4431224"/>
            <a:chExt cx="7770177" cy="948373"/>
          </a:xfrm>
        </p:grpSpPr>
        <p:sp>
          <p:nvSpPr>
            <p:cNvPr id="15" name="Rounded Rectangle 6">
              <a:extLst>
                <a:ext uri="{FF2B5EF4-FFF2-40B4-BE49-F238E27FC236}">
                  <a16:creationId xmlns:a16="http://schemas.microsoft.com/office/drawing/2014/main" id="{5E5CF72C-742F-2C2A-209F-24B53CE9AEA3}"/>
                </a:ext>
              </a:extLst>
            </p:cNvPr>
            <p:cNvSpPr/>
            <p:nvPr/>
          </p:nvSpPr>
          <p:spPr>
            <a:xfrm>
              <a:off x="1033164" y="4431224"/>
              <a:ext cx="7770177" cy="948373"/>
            </a:xfrm>
            <a:prstGeom prst="roundRect">
              <a:avLst>
                <a:gd name="adj" fmla="val 6767"/>
              </a:avLst>
            </a:prstGeom>
            <a:solidFill>
              <a:schemeClr val="bg1"/>
            </a:solidFill>
            <a:ln w="19050">
              <a:solidFill>
                <a:schemeClr val="accent4">
                  <a:lumMod val="75000"/>
                </a:schemeClr>
              </a:solid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VN" sz="2000">
                <a:solidFill>
                  <a:sysClr val="windowText" lastClr="000000"/>
                </a:solidFill>
                <a:latin typeface="+mj-lt"/>
              </a:endParaRPr>
            </a:p>
          </p:txBody>
        </p:sp>
        <p:sp>
          <p:nvSpPr>
            <p:cNvPr id="16" name="Oval 15">
              <a:extLst>
                <a:ext uri="{FF2B5EF4-FFF2-40B4-BE49-F238E27FC236}">
                  <a16:creationId xmlns:a16="http://schemas.microsoft.com/office/drawing/2014/main" id="{0E99556C-2E60-9B8F-02B3-26B18D5A2D79}"/>
                </a:ext>
              </a:extLst>
            </p:cNvPr>
            <p:cNvSpPr/>
            <p:nvPr/>
          </p:nvSpPr>
          <p:spPr>
            <a:xfrm>
              <a:off x="1193006" y="4601800"/>
              <a:ext cx="780173" cy="607219"/>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latin typeface="+mj-lt"/>
                  <a:cs typeface="Times New Roman" panose="02020603050405020304" pitchFamily="18" charset="0"/>
                </a:rPr>
                <a:t>II</a:t>
              </a:r>
              <a:endParaRPr lang="en-VN" sz="2400" b="1">
                <a:solidFill>
                  <a:schemeClr val="bg1"/>
                </a:solidFill>
                <a:latin typeface="+mj-lt"/>
                <a:cs typeface="Times New Roman" panose="02020603050405020304" pitchFamily="18" charset="0"/>
              </a:endParaRPr>
            </a:p>
          </p:txBody>
        </p:sp>
        <p:sp>
          <p:nvSpPr>
            <p:cNvPr id="17" name="TextBox 16">
              <a:extLst>
                <a:ext uri="{FF2B5EF4-FFF2-40B4-BE49-F238E27FC236}">
                  <a16:creationId xmlns:a16="http://schemas.microsoft.com/office/drawing/2014/main" id="{28CF284C-A0D3-A58B-4373-07C3C80462D2}"/>
                </a:ext>
              </a:extLst>
            </p:cNvPr>
            <p:cNvSpPr txBox="1"/>
            <p:nvPr/>
          </p:nvSpPr>
          <p:spPr>
            <a:xfrm>
              <a:off x="2133021" y="4624464"/>
              <a:ext cx="6609248" cy="561892"/>
            </a:xfrm>
            <a:prstGeom prst="rect">
              <a:avLst/>
            </a:prstGeom>
            <a:noFill/>
          </p:spPr>
          <p:txBody>
            <a:bodyPr wrap="square" rtlCol="0" anchor="ctr">
              <a:spAutoFit/>
            </a:bodyPr>
            <a:lstStyle/>
            <a:p>
              <a:r>
                <a:rPr lang="en-US" sz="2400">
                  <a:latin typeface="+mj-lt"/>
                </a:rPr>
                <a:t>Thiết kế hệ thống</a:t>
              </a:r>
              <a:endParaRPr lang="en-VN" sz="2400">
                <a:latin typeface="+mj-lt"/>
              </a:endParaRPr>
            </a:p>
          </p:txBody>
        </p:sp>
      </p:grpSp>
      <p:grpSp>
        <p:nvGrpSpPr>
          <p:cNvPr id="18" name="Group 17">
            <a:extLst>
              <a:ext uri="{FF2B5EF4-FFF2-40B4-BE49-F238E27FC236}">
                <a16:creationId xmlns:a16="http://schemas.microsoft.com/office/drawing/2014/main" id="{4D07A349-B39E-D0FD-E29A-41F6CDE5D9CA}"/>
              </a:ext>
            </a:extLst>
          </p:cNvPr>
          <p:cNvGrpSpPr/>
          <p:nvPr/>
        </p:nvGrpSpPr>
        <p:grpSpPr>
          <a:xfrm>
            <a:off x="1967228" y="3799969"/>
            <a:ext cx="7770177" cy="800960"/>
            <a:chOff x="1033164" y="5575858"/>
            <a:chExt cx="7770177" cy="948373"/>
          </a:xfrm>
        </p:grpSpPr>
        <p:sp>
          <p:nvSpPr>
            <p:cNvPr id="19" name="Rounded Rectangle 9">
              <a:extLst>
                <a:ext uri="{FF2B5EF4-FFF2-40B4-BE49-F238E27FC236}">
                  <a16:creationId xmlns:a16="http://schemas.microsoft.com/office/drawing/2014/main" id="{033DD7FE-A981-E46A-3167-3C9BB0BE0310}"/>
                </a:ext>
              </a:extLst>
            </p:cNvPr>
            <p:cNvSpPr/>
            <p:nvPr/>
          </p:nvSpPr>
          <p:spPr>
            <a:xfrm>
              <a:off x="1033164" y="5575858"/>
              <a:ext cx="7770177" cy="948373"/>
            </a:xfrm>
            <a:prstGeom prst="roundRect">
              <a:avLst>
                <a:gd name="adj" fmla="val 6767"/>
              </a:avLst>
            </a:prstGeom>
            <a:solidFill>
              <a:schemeClr val="accent4">
                <a:lumMod val="75000"/>
              </a:schemeClr>
            </a:solidFill>
            <a:ln w="19050">
              <a:solidFill>
                <a:schemeClr val="accent4">
                  <a:lumMod val="75000"/>
                </a:schemeClr>
              </a:solid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VN" sz="2000">
                <a:solidFill>
                  <a:schemeClr val="bg1"/>
                </a:solidFill>
                <a:latin typeface="+mj-lt"/>
              </a:endParaRPr>
            </a:p>
          </p:txBody>
        </p:sp>
        <p:sp>
          <p:nvSpPr>
            <p:cNvPr id="20" name="Oval 19">
              <a:extLst>
                <a:ext uri="{FF2B5EF4-FFF2-40B4-BE49-F238E27FC236}">
                  <a16:creationId xmlns:a16="http://schemas.microsoft.com/office/drawing/2014/main" id="{6283ABCB-711E-B12F-3E64-4A5D9574B457}"/>
                </a:ext>
              </a:extLst>
            </p:cNvPr>
            <p:cNvSpPr/>
            <p:nvPr/>
          </p:nvSpPr>
          <p:spPr>
            <a:xfrm>
              <a:off x="1193005" y="5746434"/>
              <a:ext cx="780174" cy="607219"/>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latin typeface="+mj-lt"/>
                  <a:cs typeface="Times New Roman" panose="02020603050405020304" pitchFamily="18" charset="0"/>
                </a:rPr>
                <a:t>III</a:t>
              </a:r>
              <a:endParaRPr lang="en-VN" sz="2400" b="1">
                <a:solidFill>
                  <a:schemeClr val="bg1"/>
                </a:solidFill>
                <a:latin typeface="+mj-lt"/>
                <a:cs typeface="Times New Roman" panose="02020603050405020304" pitchFamily="18" charset="0"/>
              </a:endParaRPr>
            </a:p>
          </p:txBody>
        </p:sp>
        <p:sp>
          <p:nvSpPr>
            <p:cNvPr id="21" name="TextBox 20">
              <a:extLst>
                <a:ext uri="{FF2B5EF4-FFF2-40B4-BE49-F238E27FC236}">
                  <a16:creationId xmlns:a16="http://schemas.microsoft.com/office/drawing/2014/main" id="{10E6E07B-A598-E53B-D14B-B6993090E866}"/>
                </a:ext>
              </a:extLst>
            </p:cNvPr>
            <p:cNvSpPr txBox="1"/>
            <p:nvPr/>
          </p:nvSpPr>
          <p:spPr>
            <a:xfrm>
              <a:off x="2133021" y="5776727"/>
              <a:ext cx="6609248" cy="546632"/>
            </a:xfrm>
            <a:prstGeom prst="rect">
              <a:avLst/>
            </a:prstGeom>
            <a:noFill/>
          </p:spPr>
          <p:txBody>
            <a:bodyPr wrap="square" rtlCol="0" anchor="ctr">
              <a:spAutoFit/>
            </a:bodyPr>
            <a:lstStyle/>
            <a:p>
              <a:r>
                <a:rPr lang="en-US" sz="2400">
                  <a:solidFill>
                    <a:schemeClr val="bg1"/>
                  </a:solidFill>
                  <a:latin typeface="+mj-lt"/>
                </a:rPr>
                <a:t>Kết quả và thảo luận</a:t>
              </a:r>
              <a:endParaRPr lang="en-VN" sz="2400">
                <a:solidFill>
                  <a:schemeClr val="bg1"/>
                </a:solidFill>
                <a:latin typeface="+mj-lt"/>
              </a:endParaRPr>
            </a:p>
          </p:txBody>
        </p:sp>
      </p:grpSp>
      <p:grpSp>
        <p:nvGrpSpPr>
          <p:cNvPr id="3" name="Group 2">
            <a:extLst>
              <a:ext uri="{FF2B5EF4-FFF2-40B4-BE49-F238E27FC236}">
                <a16:creationId xmlns:a16="http://schemas.microsoft.com/office/drawing/2014/main" id="{C7F60808-C111-C8CD-B5B3-F36F1957D195}"/>
              </a:ext>
            </a:extLst>
          </p:cNvPr>
          <p:cNvGrpSpPr/>
          <p:nvPr/>
        </p:nvGrpSpPr>
        <p:grpSpPr>
          <a:xfrm>
            <a:off x="1967225" y="4744991"/>
            <a:ext cx="7770177" cy="779208"/>
            <a:chOff x="1033164" y="4431224"/>
            <a:chExt cx="7770177" cy="948373"/>
          </a:xfrm>
        </p:grpSpPr>
        <p:sp>
          <p:nvSpPr>
            <p:cNvPr id="4" name="Rounded Rectangle 6">
              <a:extLst>
                <a:ext uri="{FF2B5EF4-FFF2-40B4-BE49-F238E27FC236}">
                  <a16:creationId xmlns:a16="http://schemas.microsoft.com/office/drawing/2014/main" id="{5867D01A-BDA0-64A2-B482-1AADA074C0FB}"/>
                </a:ext>
              </a:extLst>
            </p:cNvPr>
            <p:cNvSpPr/>
            <p:nvPr/>
          </p:nvSpPr>
          <p:spPr>
            <a:xfrm>
              <a:off x="1033164" y="4431224"/>
              <a:ext cx="7770177" cy="948373"/>
            </a:xfrm>
            <a:prstGeom prst="roundRect">
              <a:avLst>
                <a:gd name="adj" fmla="val 6767"/>
              </a:avLst>
            </a:prstGeom>
            <a:solidFill>
              <a:schemeClr val="bg1"/>
            </a:solidFill>
            <a:ln w="19050">
              <a:solidFill>
                <a:schemeClr val="accent4">
                  <a:lumMod val="75000"/>
                </a:schemeClr>
              </a:solidFill>
            </a:ln>
            <a:effectLst>
              <a:glow rad="635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VN" sz="2000">
                <a:solidFill>
                  <a:sysClr val="windowText" lastClr="000000"/>
                </a:solidFill>
                <a:latin typeface="+mj-lt"/>
              </a:endParaRPr>
            </a:p>
          </p:txBody>
        </p:sp>
        <p:sp>
          <p:nvSpPr>
            <p:cNvPr id="22" name="Oval 21">
              <a:extLst>
                <a:ext uri="{FF2B5EF4-FFF2-40B4-BE49-F238E27FC236}">
                  <a16:creationId xmlns:a16="http://schemas.microsoft.com/office/drawing/2014/main" id="{EFEC042C-7CC3-FE64-526A-F96B1DE2F469}"/>
                </a:ext>
              </a:extLst>
            </p:cNvPr>
            <p:cNvSpPr/>
            <p:nvPr/>
          </p:nvSpPr>
          <p:spPr>
            <a:xfrm>
              <a:off x="1193006" y="4601800"/>
              <a:ext cx="780173" cy="607219"/>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latin typeface="+mj-lt"/>
                  <a:cs typeface="Times New Roman" panose="02020603050405020304" pitchFamily="18" charset="0"/>
                </a:rPr>
                <a:t>IV</a:t>
              </a:r>
              <a:endParaRPr lang="en-VN" sz="2400" b="1">
                <a:solidFill>
                  <a:schemeClr val="bg1"/>
                </a:solidFill>
                <a:latin typeface="+mj-lt"/>
                <a:cs typeface="Times New Roman" panose="02020603050405020304" pitchFamily="18" charset="0"/>
              </a:endParaRPr>
            </a:p>
          </p:txBody>
        </p:sp>
        <p:sp>
          <p:nvSpPr>
            <p:cNvPr id="23" name="TextBox 22">
              <a:extLst>
                <a:ext uri="{FF2B5EF4-FFF2-40B4-BE49-F238E27FC236}">
                  <a16:creationId xmlns:a16="http://schemas.microsoft.com/office/drawing/2014/main" id="{7CFA0233-C414-737A-74E5-A8B857E22499}"/>
                </a:ext>
              </a:extLst>
            </p:cNvPr>
            <p:cNvSpPr txBox="1"/>
            <p:nvPr/>
          </p:nvSpPr>
          <p:spPr>
            <a:xfrm>
              <a:off x="2133021" y="4624464"/>
              <a:ext cx="6609248" cy="561892"/>
            </a:xfrm>
            <a:prstGeom prst="rect">
              <a:avLst/>
            </a:prstGeom>
            <a:noFill/>
          </p:spPr>
          <p:txBody>
            <a:bodyPr wrap="square" rtlCol="0" anchor="ctr">
              <a:spAutoFit/>
            </a:bodyPr>
            <a:lstStyle/>
            <a:p>
              <a:r>
                <a:rPr lang="en-US" sz="2400">
                  <a:latin typeface="+mj-lt"/>
                </a:rPr>
                <a:t>Kết luận</a:t>
              </a:r>
              <a:endParaRPr lang="en-VN" sz="2400">
                <a:latin typeface="+mj-lt"/>
              </a:endParaRPr>
            </a:p>
          </p:txBody>
        </p:sp>
      </p:grpSp>
    </p:spTree>
    <p:extLst>
      <p:ext uri="{BB962C8B-B14F-4D97-AF65-F5344CB8AC3E}">
        <p14:creationId xmlns:p14="http://schemas.microsoft.com/office/powerpoint/2010/main" val="299170753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755DFA0-77CF-682B-DB0F-3CA5F3D4E2D6}"/>
              </a:ext>
            </a:extLst>
          </p:cNvPr>
          <p:cNvSpPr>
            <a:spLocks noGrp="1"/>
          </p:cNvSpPr>
          <p:nvPr>
            <p:ph type="sldNum" sz="quarter" idx="12"/>
          </p:nvPr>
        </p:nvSpPr>
        <p:spPr/>
        <p:txBody>
          <a:bodyPr/>
          <a:lstStyle/>
          <a:p>
            <a:fld id="{48F63A3B-78C7-47BE-AE5E-E10140E04643}" type="slidenum">
              <a:rPr lang="en-US" smtClean="0"/>
              <a:pPr/>
              <a:t>4</a:t>
            </a:fld>
            <a:endParaRPr lang="en-US"/>
          </a:p>
        </p:txBody>
      </p:sp>
      <p:sp>
        <p:nvSpPr>
          <p:cNvPr id="4" name="Title 3">
            <a:extLst>
              <a:ext uri="{FF2B5EF4-FFF2-40B4-BE49-F238E27FC236}">
                <a16:creationId xmlns:a16="http://schemas.microsoft.com/office/drawing/2014/main" id="{24F102CA-5304-CD28-FA99-0E2872F9AC36}"/>
              </a:ext>
            </a:extLst>
          </p:cNvPr>
          <p:cNvSpPr>
            <a:spLocks noGrp="1"/>
          </p:cNvSpPr>
          <p:nvPr>
            <p:ph type="title"/>
          </p:nvPr>
        </p:nvSpPr>
        <p:spPr/>
        <p:txBody>
          <a:bodyPr>
            <a:noAutofit/>
          </a:bodyPr>
          <a:lstStyle/>
          <a:p>
            <a:r>
              <a:rPr lang="en-VN" i="1">
                <a:latin typeface="Aptos"/>
              </a:rPr>
              <a:t>TỔNG QUAN</a:t>
            </a:r>
            <a:r>
              <a:rPr lang="en-US" i="1">
                <a:latin typeface="Aptos"/>
              </a:rPr>
              <a:t> VỀ </a:t>
            </a:r>
            <a:r>
              <a:rPr lang="en-VN" i="1">
                <a:latin typeface="Aptos"/>
              </a:rPr>
              <a:t>ĐỀ TÀI</a:t>
            </a:r>
            <a:endParaRPr lang="en-US" i="1">
              <a:latin typeface="Aptos"/>
              <a:ea typeface="Calibri"/>
              <a:cs typeface="Calibri"/>
            </a:endParaRPr>
          </a:p>
        </p:txBody>
      </p:sp>
      <p:sp>
        <p:nvSpPr>
          <p:cNvPr id="6" name="Content Placeholder 5">
            <a:extLst>
              <a:ext uri="{FF2B5EF4-FFF2-40B4-BE49-F238E27FC236}">
                <a16:creationId xmlns:a16="http://schemas.microsoft.com/office/drawing/2014/main" id="{BD6FA1F8-B18B-434A-A4DB-69E8492E2C5D}"/>
              </a:ext>
            </a:extLst>
          </p:cNvPr>
          <p:cNvSpPr>
            <a:spLocks noGrp="1"/>
          </p:cNvSpPr>
          <p:nvPr>
            <p:ph sz="quarter" idx="13"/>
          </p:nvPr>
        </p:nvSpPr>
        <p:spPr/>
        <p:txBody>
          <a:bodyPr/>
          <a:lstStyle/>
          <a:p>
            <a:r>
              <a:rPr lang="en-US"/>
              <a:t>I.</a:t>
            </a:r>
            <a:endParaRPr lang="en-VN"/>
          </a:p>
        </p:txBody>
      </p:sp>
    </p:spTree>
    <p:extLst>
      <p:ext uri="{BB962C8B-B14F-4D97-AF65-F5344CB8AC3E}">
        <p14:creationId xmlns:p14="http://schemas.microsoft.com/office/powerpoint/2010/main" val="135372156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62DF67C-D9E8-FA40-0A70-696C43F190BC}"/>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532E760-E481-5C8D-E7BC-51BCCAC0170F}"/>
              </a:ext>
            </a:extLst>
          </p:cNvPr>
          <p:cNvSpPr>
            <a:spLocks noGrp="1"/>
          </p:cNvSpPr>
          <p:nvPr>
            <p:ph type="sldNum" sz="quarter" idx="12"/>
          </p:nvPr>
        </p:nvSpPr>
        <p:spPr/>
        <p:txBody>
          <a:bodyPr/>
          <a:lstStyle/>
          <a:p>
            <a:fld id="{48F63A3B-78C7-47BE-AE5E-E10140E04643}" type="slidenum">
              <a:rPr lang="en-US" smtClean="0"/>
              <a:pPr/>
              <a:t>5</a:t>
            </a:fld>
            <a:endParaRPr lang="en-US"/>
          </a:p>
        </p:txBody>
      </p:sp>
      <p:sp>
        <p:nvSpPr>
          <p:cNvPr id="13" name="TextBox 12">
            <a:extLst>
              <a:ext uri="{FF2B5EF4-FFF2-40B4-BE49-F238E27FC236}">
                <a16:creationId xmlns:a16="http://schemas.microsoft.com/office/drawing/2014/main" id="{8F16E0B4-7578-4084-733C-1DC03B680B07}"/>
              </a:ext>
            </a:extLst>
          </p:cNvPr>
          <p:cNvSpPr txBox="1"/>
          <p:nvPr/>
        </p:nvSpPr>
        <p:spPr>
          <a:xfrm>
            <a:off x="478179" y="1115035"/>
            <a:ext cx="6191407" cy="632609"/>
          </a:xfrm>
          <a:prstGeom prst="rect">
            <a:avLst/>
          </a:prstGeom>
          <a:noFill/>
        </p:spPr>
        <p:txBody>
          <a:bodyPr wrap="square" rtlCol="0">
            <a:spAutoFit/>
          </a:bodyPr>
          <a:lstStyle/>
          <a:p>
            <a:pPr algn="l">
              <a:lnSpc>
                <a:spcPct val="130000"/>
              </a:lnSpc>
              <a:spcBef>
                <a:spcPts val="300"/>
              </a:spcBef>
              <a:spcAft>
                <a:spcPts val="300"/>
              </a:spcAft>
            </a:pPr>
            <a:r>
              <a:rPr lang="en-US" sz="3000" b="1">
                <a:solidFill>
                  <a:schemeClr val="accent4">
                    <a:lumMod val="75000"/>
                  </a:schemeClr>
                </a:solidFill>
                <a:latin typeface="+mj-lt"/>
              </a:rPr>
              <a:t>I. Tổng quan về đề tài</a:t>
            </a:r>
          </a:p>
        </p:txBody>
      </p:sp>
      <p:sp>
        <p:nvSpPr>
          <p:cNvPr id="14" name="Content Placeholder 6">
            <a:extLst>
              <a:ext uri="{FF2B5EF4-FFF2-40B4-BE49-F238E27FC236}">
                <a16:creationId xmlns:a16="http://schemas.microsoft.com/office/drawing/2014/main" id="{01E94344-DA4B-C684-F202-DF272B646D31}"/>
              </a:ext>
            </a:extLst>
          </p:cNvPr>
          <p:cNvSpPr txBox="1">
            <a:spLocks/>
          </p:cNvSpPr>
          <p:nvPr/>
        </p:nvSpPr>
        <p:spPr>
          <a:xfrm>
            <a:off x="752167" y="1786157"/>
            <a:ext cx="9783097" cy="448360"/>
          </a:xfrm>
          <a:prstGeom prst="rect">
            <a:avLst/>
          </a:prstGeom>
        </p:spPr>
        <p:txBody>
          <a:bodyPr vert="horz" lIns="91440" tIns="45720" rIns="91440" bIns="45720" rtlCol="0" anchor="t">
            <a:noAutofit/>
          </a:bodyPr>
          <a:lstStyle>
            <a:lvl1pPr marL="228600" indent="-228600" algn="l" defTabSz="914400" rtl="0" eaLnBrk="1" latinLnBrk="0" hangingPunct="1">
              <a:lnSpc>
                <a:spcPct val="130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30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30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mj-lt"/>
              </a:rPr>
              <a:t>1. Bối cảnh</a:t>
            </a:r>
            <a:endParaRPr lang="en-US" sz="2000" b="1" err="1">
              <a:latin typeface="+mj-lt"/>
            </a:endParaRPr>
          </a:p>
        </p:txBody>
      </p:sp>
      <p:sp>
        <p:nvSpPr>
          <p:cNvPr id="2" name="TextBox 1">
            <a:extLst>
              <a:ext uri="{FF2B5EF4-FFF2-40B4-BE49-F238E27FC236}">
                <a16:creationId xmlns:a16="http://schemas.microsoft.com/office/drawing/2014/main" id="{B3FB3268-4B8B-C620-0B67-148842740659}"/>
              </a:ext>
            </a:extLst>
          </p:cNvPr>
          <p:cNvSpPr txBox="1"/>
          <p:nvPr/>
        </p:nvSpPr>
        <p:spPr>
          <a:xfrm>
            <a:off x="752167" y="2273030"/>
            <a:ext cx="4552336" cy="2268313"/>
          </a:xfrm>
          <a:prstGeom prst="rect">
            <a:avLst/>
          </a:prstGeom>
          <a:noFill/>
        </p:spPr>
        <p:txBody>
          <a:bodyPr wrap="square" rtlCol="0">
            <a:spAutoFit/>
          </a:bodyPr>
          <a:lstStyle/>
          <a:p>
            <a:pPr marL="285750" indent="-285750" algn="l">
              <a:lnSpc>
                <a:spcPct val="130000"/>
              </a:lnSpc>
              <a:spcBef>
                <a:spcPts val="100"/>
              </a:spcBef>
              <a:spcAft>
                <a:spcPts val="100"/>
              </a:spcAft>
              <a:buFont typeface="Arial" panose="020B0604020202020204" pitchFamily="34" charset="0"/>
              <a:buChar char="•"/>
            </a:pPr>
            <a:r>
              <a:rPr lang="vi-VN">
                <a:latin typeface="+mj-lt"/>
              </a:rPr>
              <a:t>Khóa cơ truyền thống dễ bị sao chép, phá hủy và gây bất tiện khi quên chìa.</a:t>
            </a:r>
            <a:endParaRPr lang="en-US">
              <a:latin typeface="+mj-lt"/>
            </a:endParaRPr>
          </a:p>
          <a:p>
            <a:pPr marL="285750" indent="-285750" algn="l">
              <a:lnSpc>
                <a:spcPct val="130000"/>
              </a:lnSpc>
              <a:spcBef>
                <a:spcPts val="100"/>
              </a:spcBef>
              <a:spcAft>
                <a:spcPts val="100"/>
              </a:spcAft>
              <a:buFont typeface="Arial" panose="020B0604020202020204" pitchFamily="34" charset="0"/>
              <a:buChar char="•"/>
            </a:pPr>
            <a:r>
              <a:rPr lang="vi-VN">
                <a:latin typeface="+mj-lt"/>
              </a:rPr>
              <a:t>Nhu cầu bảo mật tài sản đòi hỏi hệ thống kiểm soát thông minh, linh hoạt hơn.</a:t>
            </a:r>
            <a:endParaRPr lang="en-US">
              <a:latin typeface="+mj-lt"/>
            </a:endParaRPr>
          </a:p>
          <a:p>
            <a:pPr marL="285750" indent="-285750" algn="l">
              <a:lnSpc>
                <a:spcPct val="130000"/>
              </a:lnSpc>
              <a:spcBef>
                <a:spcPts val="100"/>
              </a:spcBef>
              <a:spcAft>
                <a:spcPts val="100"/>
              </a:spcAft>
              <a:buFont typeface="Arial" panose="020B0604020202020204" pitchFamily="34" charset="0"/>
              <a:buChar char="•"/>
            </a:pPr>
            <a:r>
              <a:rPr lang="vi-VN">
                <a:latin typeface="+mj-lt"/>
              </a:rPr>
              <a:t>Dịch chuyển từ bảo mật vật lý sang khóa điện tử là xu thế tất yếu hiện nay.</a:t>
            </a:r>
            <a:endParaRPr lang="en-US">
              <a:latin typeface="+mj-lt"/>
            </a:endParaRPr>
          </a:p>
        </p:txBody>
      </p:sp>
      <p:pic>
        <p:nvPicPr>
          <p:cNvPr id="1028" name="Picture 4" descr="38mm Ổ khóa đồng treo Việt Tiệp 0138M">
            <a:extLst>
              <a:ext uri="{FF2B5EF4-FFF2-40B4-BE49-F238E27FC236}">
                <a16:creationId xmlns:a16="http://schemas.microsoft.com/office/drawing/2014/main" id="{6D812538-1F57-4B0C-8870-D7877031CA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178" t="21332" r="16465" b="13740"/>
          <a:stretch>
            <a:fillRect/>
          </a:stretch>
        </p:blipFill>
        <p:spPr bwMode="auto">
          <a:xfrm>
            <a:off x="6572867" y="1629187"/>
            <a:ext cx="1924432" cy="203643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rộm phá khóa cửa vào nhà bằng cách nào?">
            <a:extLst>
              <a:ext uri="{FF2B5EF4-FFF2-40B4-BE49-F238E27FC236}">
                <a16:creationId xmlns:a16="http://schemas.microsoft.com/office/drawing/2014/main" id="{82B05932-92DD-6BFB-DACC-FFCEA991E8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17309" y="1786157"/>
            <a:ext cx="2204653" cy="187946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ên trộm phá khóa cửa nhà lẻn vào ăn trộm chỉ trong tích tắc">
            <a:extLst>
              <a:ext uri="{FF2B5EF4-FFF2-40B4-BE49-F238E27FC236}">
                <a16:creationId xmlns:a16="http://schemas.microsoft.com/office/drawing/2014/main" id="{2DDC768C-8850-A7A7-11FB-350CAFBC14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9585" y="3822593"/>
            <a:ext cx="2147723" cy="214772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Khóa điện tử Hafele DL6000 - HäfeleHome">
            <a:extLst>
              <a:ext uri="{FF2B5EF4-FFF2-40B4-BE49-F238E27FC236}">
                <a16:creationId xmlns:a16="http://schemas.microsoft.com/office/drawing/2014/main" id="{00DD328E-F42E-7872-0785-723589C4827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778" t="10473" r="4748" b="11234"/>
          <a:stretch>
            <a:fillRect/>
          </a:stretch>
        </p:blipFill>
        <p:spPr bwMode="auto">
          <a:xfrm>
            <a:off x="8817308" y="3911796"/>
            <a:ext cx="2326003" cy="19693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9159891"/>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3027632-E8B6-3B5D-B2F7-2E2DCA57C65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717D703-DE7B-375D-94AA-4A0BC7A0B4A3}"/>
              </a:ext>
            </a:extLst>
          </p:cNvPr>
          <p:cNvSpPr>
            <a:spLocks noGrp="1"/>
          </p:cNvSpPr>
          <p:nvPr>
            <p:ph type="sldNum" sz="quarter" idx="12"/>
          </p:nvPr>
        </p:nvSpPr>
        <p:spPr/>
        <p:txBody>
          <a:bodyPr/>
          <a:lstStyle/>
          <a:p>
            <a:fld id="{48F63A3B-78C7-47BE-AE5E-E10140E04643}" type="slidenum">
              <a:rPr lang="en-US" smtClean="0"/>
              <a:pPr/>
              <a:t>6</a:t>
            </a:fld>
            <a:endParaRPr lang="en-US"/>
          </a:p>
        </p:txBody>
      </p:sp>
      <p:sp>
        <p:nvSpPr>
          <p:cNvPr id="13" name="TextBox 12">
            <a:extLst>
              <a:ext uri="{FF2B5EF4-FFF2-40B4-BE49-F238E27FC236}">
                <a16:creationId xmlns:a16="http://schemas.microsoft.com/office/drawing/2014/main" id="{EB37C269-6AEC-A9EE-756A-5BC011A43410}"/>
              </a:ext>
            </a:extLst>
          </p:cNvPr>
          <p:cNvSpPr txBox="1"/>
          <p:nvPr/>
        </p:nvSpPr>
        <p:spPr>
          <a:xfrm>
            <a:off x="478179" y="1115035"/>
            <a:ext cx="6191407" cy="632609"/>
          </a:xfrm>
          <a:prstGeom prst="rect">
            <a:avLst/>
          </a:prstGeom>
          <a:noFill/>
        </p:spPr>
        <p:txBody>
          <a:bodyPr wrap="square" rtlCol="0">
            <a:spAutoFit/>
          </a:bodyPr>
          <a:lstStyle/>
          <a:p>
            <a:pPr algn="l">
              <a:lnSpc>
                <a:spcPct val="130000"/>
              </a:lnSpc>
              <a:spcBef>
                <a:spcPts val="300"/>
              </a:spcBef>
              <a:spcAft>
                <a:spcPts val="300"/>
              </a:spcAft>
            </a:pPr>
            <a:r>
              <a:rPr lang="en-US" sz="3000" b="1">
                <a:solidFill>
                  <a:schemeClr val="accent4">
                    <a:lumMod val="75000"/>
                  </a:schemeClr>
                </a:solidFill>
                <a:latin typeface="+mj-lt"/>
              </a:rPr>
              <a:t>I. Tổng quan về đề tài</a:t>
            </a:r>
          </a:p>
        </p:txBody>
      </p:sp>
      <p:sp>
        <p:nvSpPr>
          <p:cNvPr id="14" name="Content Placeholder 6">
            <a:extLst>
              <a:ext uri="{FF2B5EF4-FFF2-40B4-BE49-F238E27FC236}">
                <a16:creationId xmlns:a16="http://schemas.microsoft.com/office/drawing/2014/main" id="{A8C417DC-19E6-2291-3543-390459FCD277}"/>
              </a:ext>
            </a:extLst>
          </p:cNvPr>
          <p:cNvSpPr txBox="1">
            <a:spLocks/>
          </p:cNvSpPr>
          <p:nvPr/>
        </p:nvSpPr>
        <p:spPr>
          <a:xfrm>
            <a:off x="752167" y="1786157"/>
            <a:ext cx="9783097" cy="448360"/>
          </a:xfrm>
          <a:prstGeom prst="rect">
            <a:avLst/>
          </a:prstGeom>
        </p:spPr>
        <p:txBody>
          <a:bodyPr vert="horz" lIns="91440" tIns="45720" rIns="91440" bIns="45720" rtlCol="0" anchor="t">
            <a:noAutofit/>
          </a:bodyPr>
          <a:lstStyle>
            <a:lvl1pPr marL="228600" indent="-228600" algn="l" defTabSz="914400" rtl="0" eaLnBrk="1" latinLnBrk="0" hangingPunct="1">
              <a:lnSpc>
                <a:spcPct val="130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30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30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mj-lt"/>
              </a:rPr>
              <a:t>2. Giải pháp</a:t>
            </a:r>
            <a:endParaRPr lang="en-US" sz="2000" b="1" err="1">
              <a:latin typeface="+mj-lt"/>
            </a:endParaRPr>
          </a:p>
        </p:txBody>
      </p:sp>
      <p:sp>
        <p:nvSpPr>
          <p:cNvPr id="2" name="TextBox 1">
            <a:extLst>
              <a:ext uri="{FF2B5EF4-FFF2-40B4-BE49-F238E27FC236}">
                <a16:creationId xmlns:a16="http://schemas.microsoft.com/office/drawing/2014/main" id="{4DF2D414-466C-0284-EC7D-6313A2F4686D}"/>
              </a:ext>
            </a:extLst>
          </p:cNvPr>
          <p:cNvSpPr txBox="1"/>
          <p:nvPr/>
        </p:nvSpPr>
        <p:spPr>
          <a:xfrm>
            <a:off x="1656735" y="5148956"/>
            <a:ext cx="10623756" cy="1188018"/>
          </a:xfrm>
          <a:prstGeom prst="rect">
            <a:avLst/>
          </a:prstGeom>
          <a:noFill/>
        </p:spPr>
        <p:txBody>
          <a:bodyPr wrap="square" rtlCol="0">
            <a:spAutoFit/>
          </a:bodyPr>
          <a:lstStyle/>
          <a:p>
            <a:pPr marL="285750" indent="-285750" algn="l">
              <a:lnSpc>
                <a:spcPct val="130000"/>
              </a:lnSpc>
              <a:spcBef>
                <a:spcPts val="100"/>
              </a:spcBef>
              <a:spcAft>
                <a:spcPts val="100"/>
              </a:spcAft>
              <a:buFont typeface="Arial" panose="020B0604020202020204" pitchFamily="34" charset="0"/>
              <a:buChar char="•"/>
            </a:pPr>
            <a:r>
              <a:rPr lang="vi-VN">
                <a:latin typeface="+mj-lt"/>
              </a:rPr>
              <a:t>Giải pháp vi điều khiển giá rẻ nhưng xử lý tuần tự gây độ trễ.</a:t>
            </a:r>
            <a:endParaRPr lang="en-US">
              <a:latin typeface="+mj-lt"/>
            </a:endParaRPr>
          </a:p>
          <a:p>
            <a:pPr marL="285750" indent="-285750" algn="l">
              <a:lnSpc>
                <a:spcPct val="130000"/>
              </a:lnSpc>
              <a:spcBef>
                <a:spcPts val="100"/>
              </a:spcBef>
              <a:spcAft>
                <a:spcPts val="100"/>
              </a:spcAft>
              <a:buFont typeface="Arial" panose="020B0604020202020204" pitchFamily="34" charset="0"/>
              <a:buChar char="•"/>
            </a:pPr>
            <a:r>
              <a:rPr lang="vi-VN">
                <a:latin typeface="+mj-lt"/>
              </a:rPr>
              <a:t>Đề xuất công nghệ FPGA cho phép xử lý song song và phản hồi thời gian thực.</a:t>
            </a:r>
            <a:endParaRPr lang="en-US">
              <a:latin typeface="+mj-lt"/>
            </a:endParaRPr>
          </a:p>
          <a:p>
            <a:pPr marL="285750" indent="-285750" algn="l">
              <a:lnSpc>
                <a:spcPct val="130000"/>
              </a:lnSpc>
              <a:spcBef>
                <a:spcPts val="100"/>
              </a:spcBef>
              <a:spcAft>
                <a:spcPts val="100"/>
              </a:spcAft>
              <a:buFont typeface="Arial" panose="020B0604020202020204" pitchFamily="34" charset="0"/>
              <a:buChar char="•"/>
            </a:pPr>
            <a:r>
              <a:rPr lang="vi-VN">
                <a:latin typeface="+mj-lt"/>
              </a:rPr>
              <a:t>Thiết kế bằng FPGA giúp tối ưu tốc độ và tăng cường bảo mật mức phần cứng.</a:t>
            </a:r>
            <a:endParaRPr lang="en-US">
              <a:latin typeface="+mj-lt"/>
            </a:endParaRPr>
          </a:p>
        </p:txBody>
      </p:sp>
      <p:pic>
        <p:nvPicPr>
          <p:cNvPr id="6" name="Picture 5">
            <a:extLst>
              <a:ext uri="{FF2B5EF4-FFF2-40B4-BE49-F238E27FC236}">
                <a16:creationId xmlns:a16="http://schemas.microsoft.com/office/drawing/2014/main" id="{23DBB139-CCBE-0E69-A661-23FB6C006714}"/>
              </a:ext>
            </a:extLst>
          </p:cNvPr>
          <p:cNvPicPr>
            <a:picLocks noChangeAspect="1"/>
          </p:cNvPicPr>
          <p:nvPr/>
        </p:nvPicPr>
        <p:blipFill>
          <a:blip r:embed="rId3"/>
          <a:stretch>
            <a:fillRect/>
          </a:stretch>
        </p:blipFill>
        <p:spPr>
          <a:xfrm>
            <a:off x="3082414" y="2467317"/>
            <a:ext cx="3229895" cy="2296815"/>
          </a:xfrm>
          <a:prstGeom prst="rect">
            <a:avLst/>
          </a:prstGeom>
        </p:spPr>
      </p:pic>
      <p:pic>
        <p:nvPicPr>
          <p:cNvPr id="2051" name="Picture 3" descr="FPGA Fundamentals: Basics of Field-Programmable Gate Arrays - NI">
            <a:extLst>
              <a:ext uri="{FF2B5EF4-FFF2-40B4-BE49-F238E27FC236}">
                <a16:creationId xmlns:a16="http://schemas.microsoft.com/office/drawing/2014/main" id="{A5F8428A-7971-41AA-CD84-FD8F4FD2C6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2142" y="2472221"/>
            <a:ext cx="2260078" cy="2291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942107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9041F-7473-64DC-A1AD-F535ECD4C6B6}"/>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1C68883-5BC1-065F-75FE-FCB7E8D558FF}"/>
              </a:ext>
            </a:extLst>
          </p:cNvPr>
          <p:cNvSpPr>
            <a:spLocks noGrp="1"/>
          </p:cNvSpPr>
          <p:nvPr>
            <p:ph type="sldNum" sz="quarter" idx="12"/>
          </p:nvPr>
        </p:nvSpPr>
        <p:spPr/>
        <p:txBody>
          <a:bodyPr/>
          <a:lstStyle/>
          <a:p>
            <a:fld id="{48F63A3B-78C7-47BE-AE5E-E10140E04643}" type="slidenum">
              <a:rPr lang="en-US" smtClean="0"/>
              <a:pPr/>
              <a:t>7</a:t>
            </a:fld>
            <a:endParaRPr lang="en-US"/>
          </a:p>
        </p:txBody>
      </p:sp>
      <p:sp>
        <p:nvSpPr>
          <p:cNvPr id="13" name="TextBox 12">
            <a:extLst>
              <a:ext uri="{FF2B5EF4-FFF2-40B4-BE49-F238E27FC236}">
                <a16:creationId xmlns:a16="http://schemas.microsoft.com/office/drawing/2014/main" id="{A0D371F4-B430-0359-3CE1-2909735BC224}"/>
              </a:ext>
            </a:extLst>
          </p:cNvPr>
          <p:cNvSpPr txBox="1"/>
          <p:nvPr/>
        </p:nvSpPr>
        <p:spPr>
          <a:xfrm>
            <a:off x="478179" y="1115035"/>
            <a:ext cx="6191407" cy="632609"/>
          </a:xfrm>
          <a:prstGeom prst="rect">
            <a:avLst/>
          </a:prstGeom>
          <a:noFill/>
        </p:spPr>
        <p:txBody>
          <a:bodyPr wrap="square" rtlCol="0">
            <a:spAutoFit/>
          </a:bodyPr>
          <a:lstStyle/>
          <a:p>
            <a:pPr algn="l">
              <a:lnSpc>
                <a:spcPct val="130000"/>
              </a:lnSpc>
              <a:spcBef>
                <a:spcPts val="300"/>
              </a:spcBef>
              <a:spcAft>
                <a:spcPts val="300"/>
              </a:spcAft>
            </a:pPr>
            <a:r>
              <a:rPr lang="en-US" sz="3000" b="1">
                <a:solidFill>
                  <a:schemeClr val="accent4">
                    <a:lumMod val="75000"/>
                  </a:schemeClr>
                </a:solidFill>
                <a:latin typeface="+mj-lt"/>
              </a:rPr>
              <a:t>I. Tổng quan về đề tài</a:t>
            </a:r>
          </a:p>
        </p:txBody>
      </p:sp>
      <p:sp>
        <p:nvSpPr>
          <p:cNvPr id="14" name="Content Placeholder 6">
            <a:extLst>
              <a:ext uri="{FF2B5EF4-FFF2-40B4-BE49-F238E27FC236}">
                <a16:creationId xmlns:a16="http://schemas.microsoft.com/office/drawing/2014/main" id="{00667AB5-3E06-9DA1-1100-687113EEE1BB}"/>
              </a:ext>
            </a:extLst>
          </p:cNvPr>
          <p:cNvSpPr txBox="1">
            <a:spLocks/>
          </p:cNvSpPr>
          <p:nvPr/>
        </p:nvSpPr>
        <p:spPr>
          <a:xfrm>
            <a:off x="752167" y="1786157"/>
            <a:ext cx="9783097" cy="448360"/>
          </a:xfrm>
          <a:prstGeom prst="rect">
            <a:avLst/>
          </a:prstGeom>
        </p:spPr>
        <p:txBody>
          <a:bodyPr vert="horz" lIns="91440" tIns="45720" rIns="91440" bIns="45720" rtlCol="0" anchor="t">
            <a:noAutofit/>
          </a:bodyPr>
          <a:lstStyle>
            <a:lvl1pPr marL="228600" indent="-228600" algn="l" defTabSz="914400" rtl="0" eaLnBrk="1" latinLnBrk="0" hangingPunct="1">
              <a:lnSpc>
                <a:spcPct val="130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30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30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mj-lt"/>
              </a:rPr>
              <a:t>1. Mục tiêu đề tài</a:t>
            </a:r>
            <a:endParaRPr lang="en-US" sz="2000" b="1" err="1">
              <a:latin typeface="+mj-lt"/>
            </a:endParaRPr>
          </a:p>
        </p:txBody>
      </p:sp>
      <p:sp>
        <p:nvSpPr>
          <p:cNvPr id="3" name="TextBox 2">
            <a:extLst>
              <a:ext uri="{FF2B5EF4-FFF2-40B4-BE49-F238E27FC236}">
                <a16:creationId xmlns:a16="http://schemas.microsoft.com/office/drawing/2014/main" id="{740FB9D8-DD21-A03A-BBCD-1B8FB15ABDCF}"/>
              </a:ext>
            </a:extLst>
          </p:cNvPr>
          <p:cNvSpPr txBox="1"/>
          <p:nvPr/>
        </p:nvSpPr>
        <p:spPr>
          <a:xfrm>
            <a:off x="752166" y="2273030"/>
            <a:ext cx="4881717" cy="4120102"/>
          </a:xfrm>
          <a:prstGeom prst="rect">
            <a:avLst/>
          </a:prstGeom>
          <a:noFill/>
        </p:spPr>
        <p:txBody>
          <a:bodyPr wrap="square" lIns="91440" tIns="45720" rIns="91440" bIns="45720" rtlCol="0" anchor="t">
            <a:spAutoFit/>
          </a:bodyPr>
          <a:lstStyle/>
          <a:p>
            <a:pPr marL="285750" indent="-285750" algn="just">
              <a:lnSpc>
                <a:spcPct val="130000"/>
              </a:lnSpc>
              <a:spcBef>
                <a:spcPts val="100"/>
              </a:spcBef>
              <a:spcAft>
                <a:spcPts val="100"/>
              </a:spcAft>
              <a:buFont typeface="Arial" panose="020B0604020202020204" pitchFamily="34" charset="0"/>
              <a:buChar char="•"/>
            </a:pPr>
            <a:r>
              <a:rPr lang="vi-VN">
                <a:latin typeface="+mj-lt"/>
              </a:rPr>
              <a:t>Thiết kế FSM điều phối 8 trạng thá</a:t>
            </a:r>
            <a:r>
              <a:rPr lang="en-US">
                <a:latin typeface="+mj-lt"/>
              </a:rPr>
              <a:t>i hệ thống</a:t>
            </a:r>
            <a:endParaRPr lang="vi-VN">
              <a:latin typeface="+mj-lt"/>
            </a:endParaRPr>
          </a:p>
          <a:p>
            <a:pPr marL="285750" indent="-285750" algn="just">
              <a:lnSpc>
                <a:spcPct val="130000"/>
              </a:lnSpc>
              <a:spcBef>
                <a:spcPts val="100"/>
              </a:spcBef>
              <a:spcAft>
                <a:spcPts val="100"/>
              </a:spcAft>
              <a:buFont typeface="Arial" panose="020B0604020202020204" pitchFamily="34" charset="0"/>
              <a:buChar char="•"/>
            </a:pPr>
            <a:r>
              <a:rPr lang="vi-VN">
                <a:latin typeface="+mj-lt"/>
              </a:rPr>
              <a:t>Giao tiếp nhập liệu qua Switch_Input: SW[3:0] nhập số, SW[7] thay đổi mật khẩu, SW[8] chọn chế độ, SW[9] ẩn/hiện</a:t>
            </a:r>
            <a:r>
              <a:rPr lang="en-US">
                <a:latin typeface="+mj-lt"/>
              </a:rPr>
              <a:t> mật khẩu</a:t>
            </a:r>
            <a:r>
              <a:rPr lang="vi-VN">
                <a:latin typeface="+mj-lt"/>
              </a:rPr>
              <a:t>, KEY[1..3] điều khiển </a:t>
            </a:r>
          </a:p>
          <a:p>
            <a:pPr marL="285750" indent="-285750" algn="just">
              <a:lnSpc>
                <a:spcPct val="130000"/>
              </a:lnSpc>
              <a:spcBef>
                <a:spcPts val="100"/>
              </a:spcBef>
              <a:spcAft>
                <a:spcPts val="100"/>
              </a:spcAft>
              <a:buFont typeface="Arial" panose="020B0604020202020204" pitchFamily="34" charset="0"/>
              <a:buChar char="•"/>
            </a:pPr>
            <a:r>
              <a:rPr lang="vi-VN">
                <a:latin typeface="+mj-lt"/>
              </a:rPr>
              <a:t>Hiển thị thông tin trên LCD HD44780 qua giao thức 8-bit song song </a:t>
            </a:r>
          </a:p>
          <a:p>
            <a:pPr marL="285750" indent="-285750" algn="just">
              <a:lnSpc>
                <a:spcPct val="130000"/>
              </a:lnSpc>
              <a:spcBef>
                <a:spcPts val="100"/>
              </a:spcBef>
              <a:spcAft>
                <a:spcPts val="100"/>
              </a:spcAft>
              <a:buFont typeface="Arial" panose="020B0604020202020204" pitchFamily="34" charset="0"/>
              <a:buChar char="•"/>
            </a:pPr>
            <a:r>
              <a:rPr lang="vi-VN">
                <a:latin typeface="+mj-lt"/>
              </a:rPr>
              <a:t>Bảo vệ hệ thống: khóa 60 giây sau 5 lần nhập sai </a:t>
            </a:r>
          </a:p>
          <a:p>
            <a:pPr marL="285750" indent="-285750" algn="just">
              <a:lnSpc>
                <a:spcPct val="130000"/>
              </a:lnSpc>
              <a:spcBef>
                <a:spcPts val="100"/>
              </a:spcBef>
              <a:spcAft>
                <a:spcPts val="100"/>
              </a:spcAft>
              <a:buFont typeface="Arial" panose="020B0604020202020204" pitchFamily="34" charset="0"/>
              <a:buChar char="•"/>
            </a:pPr>
            <a:r>
              <a:rPr lang="vi-VN">
                <a:latin typeface="+mj-lt"/>
              </a:rPr>
              <a:t>Hỗ trợ ẩn mật khẩu bằng ký tự * và chức năng đổi mật khẩu </a:t>
            </a:r>
            <a:endParaRPr lang="en-US">
              <a:latin typeface="+mj-lt"/>
            </a:endParaRPr>
          </a:p>
        </p:txBody>
      </p:sp>
      <p:pic>
        <p:nvPicPr>
          <p:cNvPr id="4" name="Picture 3">
            <a:extLst>
              <a:ext uri="{FF2B5EF4-FFF2-40B4-BE49-F238E27FC236}">
                <a16:creationId xmlns:a16="http://schemas.microsoft.com/office/drawing/2014/main" id="{45C8CCB9-E38A-FD98-D566-FFC11CE4CA98}"/>
              </a:ext>
            </a:extLst>
          </p:cNvPr>
          <p:cNvPicPr>
            <a:picLocks noChangeAspect="1"/>
          </p:cNvPicPr>
          <p:nvPr/>
        </p:nvPicPr>
        <p:blipFill>
          <a:blip r:embed="rId3"/>
          <a:stretch>
            <a:fillRect/>
          </a:stretch>
        </p:blipFill>
        <p:spPr>
          <a:xfrm>
            <a:off x="5686095" y="2234517"/>
            <a:ext cx="6108449" cy="3732628"/>
          </a:xfrm>
          <a:prstGeom prst="rect">
            <a:avLst/>
          </a:prstGeom>
        </p:spPr>
      </p:pic>
    </p:spTree>
    <p:extLst>
      <p:ext uri="{BB962C8B-B14F-4D97-AF65-F5344CB8AC3E}">
        <p14:creationId xmlns:p14="http://schemas.microsoft.com/office/powerpoint/2010/main" val="341905148"/>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1DECE-31B2-1A2E-6E68-B7A4FEA6D2DF}"/>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7C1FFA8-C6DA-9DA5-CDD8-7E22652A502F}"/>
              </a:ext>
            </a:extLst>
          </p:cNvPr>
          <p:cNvSpPr>
            <a:spLocks noGrp="1"/>
          </p:cNvSpPr>
          <p:nvPr>
            <p:ph type="sldNum" sz="quarter" idx="12"/>
          </p:nvPr>
        </p:nvSpPr>
        <p:spPr/>
        <p:txBody>
          <a:bodyPr/>
          <a:lstStyle/>
          <a:p>
            <a:fld id="{48F63A3B-78C7-47BE-AE5E-E10140E04643}" type="slidenum">
              <a:rPr lang="en-US" smtClean="0"/>
              <a:pPr/>
              <a:t>8</a:t>
            </a:fld>
            <a:endParaRPr lang="en-US"/>
          </a:p>
        </p:txBody>
      </p:sp>
      <p:sp>
        <p:nvSpPr>
          <p:cNvPr id="13" name="TextBox 12">
            <a:extLst>
              <a:ext uri="{FF2B5EF4-FFF2-40B4-BE49-F238E27FC236}">
                <a16:creationId xmlns:a16="http://schemas.microsoft.com/office/drawing/2014/main" id="{C644F10B-C2E7-18AA-D569-1CF0D3B2BDD5}"/>
              </a:ext>
            </a:extLst>
          </p:cNvPr>
          <p:cNvSpPr txBox="1"/>
          <p:nvPr/>
        </p:nvSpPr>
        <p:spPr>
          <a:xfrm>
            <a:off x="478179" y="1115035"/>
            <a:ext cx="6191407" cy="632609"/>
          </a:xfrm>
          <a:prstGeom prst="rect">
            <a:avLst/>
          </a:prstGeom>
          <a:noFill/>
        </p:spPr>
        <p:txBody>
          <a:bodyPr wrap="square" rtlCol="0">
            <a:spAutoFit/>
          </a:bodyPr>
          <a:lstStyle/>
          <a:p>
            <a:pPr algn="l">
              <a:lnSpc>
                <a:spcPct val="130000"/>
              </a:lnSpc>
              <a:spcBef>
                <a:spcPts val="300"/>
              </a:spcBef>
              <a:spcAft>
                <a:spcPts val="300"/>
              </a:spcAft>
            </a:pPr>
            <a:r>
              <a:rPr lang="en-US" sz="3000" b="1">
                <a:solidFill>
                  <a:schemeClr val="accent4">
                    <a:lumMod val="75000"/>
                  </a:schemeClr>
                </a:solidFill>
                <a:latin typeface="+mj-lt"/>
              </a:rPr>
              <a:t>I. Tổng quan về đề tài</a:t>
            </a:r>
          </a:p>
        </p:txBody>
      </p:sp>
      <p:sp>
        <p:nvSpPr>
          <p:cNvPr id="14" name="Content Placeholder 6">
            <a:extLst>
              <a:ext uri="{FF2B5EF4-FFF2-40B4-BE49-F238E27FC236}">
                <a16:creationId xmlns:a16="http://schemas.microsoft.com/office/drawing/2014/main" id="{A562384D-7FCB-5C56-BD70-4E1DBA09ABCE}"/>
              </a:ext>
            </a:extLst>
          </p:cNvPr>
          <p:cNvSpPr txBox="1">
            <a:spLocks/>
          </p:cNvSpPr>
          <p:nvPr/>
        </p:nvSpPr>
        <p:spPr>
          <a:xfrm>
            <a:off x="752167" y="1786157"/>
            <a:ext cx="9783097" cy="448360"/>
          </a:xfrm>
          <a:prstGeom prst="rect">
            <a:avLst/>
          </a:prstGeom>
        </p:spPr>
        <p:txBody>
          <a:bodyPr vert="horz" lIns="91440" tIns="45720" rIns="91440" bIns="45720" rtlCol="0" anchor="t">
            <a:noAutofit/>
          </a:bodyPr>
          <a:lstStyle>
            <a:lvl1pPr marL="228600" indent="-228600" algn="l" defTabSz="914400" rtl="0" eaLnBrk="1" latinLnBrk="0" hangingPunct="1">
              <a:lnSpc>
                <a:spcPct val="130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30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30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mj-lt"/>
              </a:rPr>
              <a:t>2. Công cụ và nền tảng</a:t>
            </a:r>
            <a:endParaRPr lang="en-US" sz="2000" b="1" err="1">
              <a:latin typeface="+mj-lt"/>
            </a:endParaRPr>
          </a:p>
        </p:txBody>
      </p:sp>
      <p:graphicFrame>
        <p:nvGraphicFramePr>
          <p:cNvPr id="4" name="Table 3">
            <a:extLst>
              <a:ext uri="{FF2B5EF4-FFF2-40B4-BE49-F238E27FC236}">
                <a16:creationId xmlns:a16="http://schemas.microsoft.com/office/drawing/2014/main" id="{F1E6930D-39C8-B718-E113-423E4D888391}"/>
              </a:ext>
            </a:extLst>
          </p:cNvPr>
          <p:cNvGraphicFramePr>
            <a:graphicFrameLocks noGrp="1"/>
          </p:cNvGraphicFramePr>
          <p:nvPr>
            <p:extLst>
              <p:ext uri="{D42A27DB-BD31-4B8C-83A1-F6EECF244321}">
                <p14:modId xmlns:p14="http://schemas.microsoft.com/office/powerpoint/2010/main" val="2675596060"/>
              </p:ext>
            </p:extLst>
          </p:nvPr>
        </p:nvGraphicFramePr>
        <p:xfrm>
          <a:off x="2728451" y="2626600"/>
          <a:ext cx="6735097" cy="2545166"/>
        </p:xfrm>
        <a:graphic>
          <a:graphicData uri="http://schemas.openxmlformats.org/drawingml/2006/table">
            <a:tbl>
              <a:tblPr firstRow="1" firstCol="1" bandRow="1"/>
              <a:tblGrid>
                <a:gridCol w="2172611">
                  <a:extLst>
                    <a:ext uri="{9D8B030D-6E8A-4147-A177-3AD203B41FA5}">
                      <a16:colId xmlns:a16="http://schemas.microsoft.com/office/drawing/2014/main" val="1601692803"/>
                    </a:ext>
                  </a:extLst>
                </a:gridCol>
                <a:gridCol w="4562486">
                  <a:extLst>
                    <a:ext uri="{9D8B030D-6E8A-4147-A177-3AD203B41FA5}">
                      <a16:colId xmlns:a16="http://schemas.microsoft.com/office/drawing/2014/main" val="3422530853"/>
                    </a:ext>
                  </a:extLst>
                </a:gridCol>
              </a:tblGrid>
              <a:tr h="602741">
                <a:tc>
                  <a:txBody>
                    <a:bodyPr/>
                    <a:lstStyle/>
                    <a:p>
                      <a:pPr marL="0" marR="0" algn="ctr">
                        <a:lnSpc>
                          <a:spcPct val="115000"/>
                        </a:lnSpc>
                        <a:spcAft>
                          <a:spcPts val="1000"/>
                        </a:spcAft>
                        <a:buNone/>
                      </a:pPr>
                      <a:r>
                        <a:rPr lang="vi-VN" sz="1800" b="1" kern="100">
                          <a:effectLst/>
                          <a:latin typeface="Times New Roman" panose="02020603050405020304" pitchFamily="18" charset="0"/>
                          <a:ea typeface="Aptos" panose="020B0004020202020204" pitchFamily="34" charset="0"/>
                          <a:cs typeface="Times New Roman" panose="02020603050405020304" pitchFamily="18" charset="0"/>
                        </a:rPr>
                        <a:t>Hạng mục</a:t>
                      </a:r>
                      <a:endParaRPr lang="en-US"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15000"/>
                        </a:lnSpc>
                        <a:spcAft>
                          <a:spcPts val="1000"/>
                        </a:spcAft>
                        <a:buNone/>
                      </a:pPr>
                      <a:r>
                        <a:rPr lang="vi-VN" sz="1800" b="1" kern="100">
                          <a:effectLst/>
                          <a:latin typeface="Times New Roman" panose="02020603050405020304" pitchFamily="18" charset="0"/>
                          <a:ea typeface="Aptos" panose="020B0004020202020204" pitchFamily="34" charset="0"/>
                          <a:cs typeface="Times New Roman" panose="02020603050405020304" pitchFamily="18" charset="0"/>
                        </a:rPr>
                        <a:t>Chi tiết</a:t>
                      </a:r>
                      <a:endParaRPr lang="en-US" sz="1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50686490"/>
                  </a:ext>
                </a:extLst>
              </a:tr>
              <a:tr h="388485">
                <a:tc>
                  <a:txBody>
                    <a:bodyPr/>
                    <a:lstStyle/>
                    <a:p>
                      <a:pPr marL="0" marR="0">
                        <a:lnSpc>
                          <a:spcPct val="115000"/>
                        </a:lnSpc>
                        <a:spcAft>
                          <a:spcPts val="1000"/>
                        </a:spcAft>
                        <a:buNone/>
                      </a:pPr>
                      <a:r>
                        <a:rPr lang="vi-VN" sz="1800" kern="100">
                          <a:effectLst/>
                          <a:latin typeface="Times New Roman" panose="02020603050405020304" pitchFamily="18" charset="0"/>
                          <a:ea typeface="Aptos" panose="020B0004020202020204" pitchFamily="34" charset="0"/>
                          <a:cs typeface="Times New Roman" panose="02020603050405020304" pitchFamily="18" charset="0"/>
                        </a:rPr>
                        <a:t>FPGA</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vi-VN" sz="1800" kern="100">
                          <a:effectLst/>
                          <a:latin typeface="Times New Roman" panose="02020603050405020304" pitchFamily="18" charset="0"/>
                          <a:ea typeface="Aptos" panose="020B0004020202020204" pitchFamily="34" charset="0"/>
                          <a:cs typeface="Times New Roman" panose="02020603050405020304" pitchFamily="18" charset="0"/>
                        </a:rPr>
                        <a:t>Altera Cyclone II EP2C35F672C6 — DE2 Kit</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29242386"/>
                  </a:ext>
                </a:extLst>
              </a:tr>
              <a:tr h="388485">
                <a:tc>
                  <a:txBody>
                    <a:bodyPr/>
                    <a:lstStyle/>
                    <a:p>
                      <a:pPr marL="0" marR="0">
                        <a:lnSpc>
                          <a:spcPct val="115000"/>
                        </a:lnSpc>
                        <a:spcAft>
                          <a:spcPts val="1000"/>
                        </a:spcAft>
                        <a:buNone/>
                      </a:pPr>
                      <a:r>
                        <a:rPr lang="vi-VN" sz="1800" kern="100">
                          <a:effectLst/>
                          <a:latin typeface="Times New Roman" panose="02020603050405020304" pitchFamily="18" charset="0"/>
                          <a:ea typeface="Aptos" panose="020B0004020202020204" pitchFamily="34" charset="0"/>
                          <a:cs typeface="Times New Roman" panose="02020603050405020304" pitchFamily="18" charset="0"/>
                        </a:rPr>
                        <a:t>EDA Tool</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vi-VN" sz="1800" kern="100">
                          <a:effectLst/>
                          <a:latin typeface="Times New Roman" panose="02020603050405020304" pitchFamily="18" charset="0"/>
                          <a:ea typeface="Aptos" panose="020B0004020202020204" pitchFamily="34" charset="0"/>
                          <a:cs typeface="Times New Roman" panose="02020603050405020304" pitchFamily="18" charset="0"/>
                        </a:rPr>
                        <a:t>Quartus II 13.0 SP1</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99331363"/>
                  </a:ext>
                </a:extLst>
              </a:tr>
              <a:tr h="388485">
                <a:tc>
                  <a:txBody>
                    <a:bodyPr/>
                    <a:lstStyle/>
                    <a:p>
                      <a:pPr marL="0" marR="0">
                        <a:lnSpc>
                          <a:spcPct val="115000"/>
                        </a:lnSpc>
                        <a:spcAft>
                          <a:spcPts val="1000"/>
                        </a:spcAft>
                        <a:buNone/>
                      </a:pPr>
                      <a:r>
                        <a:rPr lang="vi-VN" sz="1800" kern="100">
                          <a:effectLst/>
                          <a:latin typeface="Times New Roman" panose="02020603050405020304" pitchFamily="18" charset="0"/>
                          <a:ea typeface="Aptos" panose="020B0004020202020204" pitchFamily="34" charset="0"/>
                          <a:cs typeface="Times New Roman" panose="02020603050405020304" pitchFamily="18" charset="0"/>
                        </a:rPr>
                        <a:t>Simulation</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vi-VN" sz="1800" kern="100">
                          <a:effectLst/>
                          <a:latin typeface="Times New Roman" panose="02020603050405020304" pitchFamily="18" charset="0"/>
                          <a:ea typeface="Aptos" panose="020B0004020202020204" pitchFamily="34" charset="0"/>
                          <a:cs typeface="Times New Roman" panose="02020603050405020304" pitchFamily="18" charset="0"/>
                        </a:rPr>
                        <a:t>ModelSim-Altera 10.1d</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4234545"/>
                  </a:ext>
                </a:extLst>
              </a:tr>
              <a:tr h="388485">
                <a:tc>
                  <a:txBody>
                    <a:bodyPr/>
                    <a:lstStyle/>
                    <a:p>
                      <a:pPr marL="0" marR="0">
                        <a:lnSpc>
                          <a:spcPct val="115000"/>
                        </a:lnSpc>
                        <a:spcAft>
                          <a:spcPts val="1000"/>
                        </a:spcAft>
                        <a:buNone/>
                      </a:pPr>
                      <a:r>
                        <a:rPr lang="vi-VN" sz="1800" kern="100">
                          <a:effectLst/>
                          <a:latin typeface="Times New Roman" panose="02020603050405020304" pitchFamily="18" charset="0"/>
                          <a:ea typeface="Aptos" panose="020B0004020202020204" pitchFamily="34" charset="0"/>
                          <a:cs typeface="Times New Roman" panose="02020603050405020304" pitchFamily="18" charset="0"/>
                        </a:rPr>
                        <a:t>Ngôn ngữ</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vi-VN" sz="1800" kern="100">
                          <a:effectLst/>
                          <a:latin typeface="Times New Roman" panose="02020603050405020304" pitchFamily="18" charset="0"/>
                          <a:ea typeface="Aptos" panose="020B0004020202020204" pitchFamily="34" charset="0"/>
                          <a:cs typeface="Times New Roman" panose="02020603050405020304" pitchFamily="18" charset="0"/>
                        </a:rPr>
                        <a:t>Verilog HDL (IEEE 1364-2001)</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7940301"/>
                  </a:ext>
                </a:extLst>
              </a:tr>
              <a:tr h="388485">
                <a:tc>
                  <a:txBody>
                    <a:bodyPr/>
                    <a:lstStyle/>
                    <a:p>
                      <a:pPr marL="0" marR="0">
                        <a:lnSpc>
                          <a:spcPct val="115000"/>
                        </a:lnSpc>
                        <a:spcAft>
                          <a:spcPts val="1000"/>
                        </a:spcAft>
                        <a:buNone/>
                      </a:pPr>
                      <a:r>
                        <a:rPr lang="vi-VN" sz="1800" kern="100">
                          <a:effectLst/>
                          <a:latin typeface="Times New Roman" panose="02020603050405020304" pitchFamily="18" charset="0"/>
                          <a:ea typeface="Aptos" panose="020B0004020202020204" pitchFamily="34" charset="0"/>
                          <a:cs typeface="Times New Roman" panose="02020603050405020304" pitchFamily="18" charset="0"/>
                        </a:rPr>
                        <a:t>Clock</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vi-VN" sz="1800" kern="100">
                          <a:effectLst/>
                          <a:latin typeface="Times New Roman" panose="02020603050405020304" pitchFamily="18" charset="0"/>
                          <a:ea typeface="Aptos" panose="020B0004020202020204" pitchFamily="34" charset="0"/>
                          <a:cs typeface="Times New Roman" panose="02020603050405020304" pitchFamily="18" charset="0"/>
                        </a:rPr>
                        <a:t>50 MHz (CLOCK_50 trên DE2)</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1237682"/>
                  </a:ext>
                </a:extLst>
              </a:tr>
            </a:tbl>
          </a:graphicData>
        </a:graphic>
      </p:graphicFrame>
    </p:spTree>
    <p:extLst>
      <p:ext uri="{BB962C8B-B14F-4D97-AF65-F5344CB8AC3E}">
        <p14:creationId xmlns:p14="http://schemas.microsoft.com/office/powerpoint/2010/main" val="247586809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3873C-6DA2-0CF0-D95A-D1E1737856E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88B8783-A252-9CD7-0768-A8E46DC31239}"/>
              </a:ext>
            </a:extLst>
          </p:cNvPr>
          <p:cNvSpPr>
            <a:spLocks noGrp="1"/>
          </p:cNvSpPr>
          <p:nvPr>
            <p:ph type="sldNum" sz="quarter" idx="12"/>
          </p:nvPr>
        </p:nvSpPr>
        <p:spPr/>
        <p:txBody>
          <a:bodyPr/>
          <a:lstStyle/>
          <a:p>
            <a:fld id="{48F63A3B-78C7-47BE-AE5E-E10140E04643}" type="slidenum">
              <a:rPr lang="en-US" smtClean="0"/>
              <a:pPr/>
              <a:t>9</a:t>
            </a:fld>
            <a:endParaRPr lang="en-US"/>
          </a:p>
        </p:txBody>
      </p:sp>
      <p:sp>
        <p:nvSpPr>
          <p:cNvPr id="4" name="Title 3">
            <a:extLst>
              <a:ext uri="{FF2B5EF4-FFF2-40B4-BE49-F238E27FC236}">
                <a16:creationId xmlns:a16="http://schemas.microsoft.com/office/drawing/2014/main" id="{CED715A1-5073-97F8-941D-796CDD1F0492}"/>
              </a:ext>
            </a:extLst>
          </p:cNvPr>
          <p:cNvSpPr>
            <a:spLocks noGrp="1"/>
          </p:cNvSpPr>
          <p:nvPr>
            <p:ph type="title"/>
          </p:nvPr>
        </p:nvSpPr>
        <p:spPr/>
        <p:txBody>
          <a:bodyPr>
            <a:noAutofit/>
          </a:bodyPr>
          <a:lstStyle/>
          <a:p>
            <a:r>
              <a:rPr lang="en-US" i="1">
                <a:latin typeface="Aptos" panose="020B0004020202020204" pitchFamily="34" charset="0"/>
              </a:rPr>
              <a:t>THIẾT KẾ HỆ THỐNG</a:t>
            </a:r>
            <a:endParaRPr lang="en-VN" i="1">
              <a:latin typeface="Aptos" panose="020B0004020202020204" pitchFamily="34" charset="0"/>
            </a:endParaRPr>
          </a:p>
        </p:txBody>
      </p:sp>
      <p:sp>
        <p:nvSpPr>
          <p:cNvPr id="6" name="Content Placeholder 5">
            <a:extLst>
              <a:ext uri="{FF2B5EF4-FFF2-40B4-BE49-F238E27FC236}">
                <a16:creationId xmlns:a16="http://schemas.microsoft.com/office/drawing/2014/main" id="{5EE76099-CE56-02E1-91BA-A55E8094311E}"/>
              </a:ext>
            </a:extLst>
          </p:cNvPr>
          <p:cNvSpPr>
            <a:spLocks noGrp="1"/>
          </p:cNvSpPr>
          <p:nvPr>
            <p:ph sz="quarter" idx="13"/>
          </p:nvPr>
        </p:nvSpPr>
        <p:spPr/>
        <p:txBody>
          <a:bodyPr/>
          <a:lstStyle/>
          <a:p>
            <a:r>
              <a:rPr lang="en-US"/>
              <a:t>II.</a:t>
            </a:r>
            <a:endParaRPr lang="en-VN"/>
          </a:p>
        </p:txBody>
      </p:sp>
    </p:spTree>
    <p:extLst>
      <p:ext uri="{BB962C8B-B14F-4D97-AF65-F5344CB8AC3E}">
        <p14:creationId xmlns:p14="http://schemas.microsoft.com/office/powerpoint/2010/main" val="394715361"/>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783B0-3058-01E8-0CBB-1E889E12FC43}"/>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5C7E739-143F-DD2F-854D-B4206317B5E2}"/>
              </a:ext>
            </a:extLst>
          </p:cNvPr>
          <p:cNvSpPr>
            <a:spLocks noGrp="1"/>
          </p:cNvSpPr>
          <p:nvPr>
            <p:ph type="sldNum" sz="quarter" idx="12"/>
          </p:nvPr>
        </p:nvSpPr>
        <p:spPr/>
        <p:txBody>
          <a:bodyPr/>
          <a:lstStyle/>
          <a:p>
            <a:fld id="{48F63A3B-78C7-47BE-AE5E-E10140E04643}" type="slidenum">
              <a:rPr lang="en-US" smtClean="0"/>
              <a:pPr/>
              <a:t>10</a:t>
            </a:fld>
            <a:endParaRPr lang="en-US"/>
          </a:p>
        </p:txBody>
      </p:sp>
      <p:sp>
        <p:nvSpPr>
          <p:cNvPr id="6" name="TextBox 5">
            <a:extLst>
              <a:ext uri="{FF2B5EF4-FFF2-40B4-BE49-F238E27FC236}">
                <a16:creationId xmlns:a16="http://schemas.microsoft.com/office/drawing/2014/main" id="{58D02310-42C6-B1ED-7E95-4DD0202ED6D7}"/>
              </a:ext>
            </a:extLst>
          </p:cNvPr>
          <p:cNvSpPr txBox="1"/>
          <p:nvPr/>
        </p:nvSpPr>
        <p:spPr>
          <a:xfrm>
            <a:off x="478179" y="1115035"/>
            <a:ext cx="6191407" cy="632609"/>
          </a:xfrm>
          <a:prstGeom prst="rect">
            <a:avLst/>
          </a:prstGeom>
          <a:noFill/>
        </p:spPr>
        <p:txBody>
          <a:bodyPr wrap="square" rtlCol="0">
            <a:spAutoFit/>
          </a:bodyPr>
          <a:lstStyle/>
          <a:p>
            <a:pPr algn="l">
              <a:lnSpc>
                <a:spcPct val="130000"/>
              </a:lnSpc>
              <a:spcBef>
                <a:spcPts val="300"/>
              </a:spcBef>
              <a:spcAft>
                <a:spcPts val="300"/>
              </a:spcAft>
            </a:pPr>
            <a:r>
              <a:rPr lang="en-US" sz="3000" b="1">
                <a:solidFill>
                  <a:schemeClr val="accent4">
                    <a:lumMod val="75000"/>
                  </a:schemeClr>
                </a:solidFill>
                <a:latin typeface="+mj-lt"/>
              </a:rPr>
              <a:t>II. Thiết kế hệ thống</a:t>
            </a:r>
          </a:p>
        </p:txBody>
      </p:sp>
      <p:pic>
        <p:nvPicPr>
          <p:cNvPr id="4" name="Picture 3">
            <a:extLst>
              <a:ext uri="{FF2B5EF4-FFF2-40B4-BE49-F238E27FC236}">
                <a16:creationId xmlns:a16="http://schemas.microsoft.com/office/drawing/2014/main" id="{DE01A816-7B26-8335-55DA-B8EA2A6AAC5F}"/>
              </a:ext>
            </a:extLst>
          </p:cNvPr>
          <p:cNvPicPr>
            <a:picLocks noChangeAspect="1"/>
          </p:cNvPicPr>
          <p:nvPr/>
        </p:nvPicPr>
        <p:blipFill>
          <a:blip r:embed="rId3"/>
          <a:stretch>
            <a:fillRect/>
          </a:stretch>
        </p:blipFill>
        <p:spPr>
          <a:xfrm>
            <a:off x="478179" y="1747644"/>
            <a:ext cx="10669273" cy="4382692"/>
          </a:xfrm>
          <a:prstGeom prst="rect">
            <a:avLst/>
          </a:prstGeom>
        </p:spPr>
      </p:pic>
    </p:spTree>
    <p:extLst>
      <p:ext uri="{BB962C8B-B14F-4D97-AF65-F5344CB8AC3E}">
        <p14:creationId xmlns:p14="http://schemas.microsoft.com/office/powerpoint/2010/main" val="3543274217"/>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AF8F05-831F-708E-9A44-3094DE81286D}"/>
              </a:ext>
            </a:extLst>
          </p:cNvPr>
          <p:cNvSpPr>
            <a:spLocks noGrp="1"/>
          </p:cNvSpPr>
          <p:nvPr>
            <p:ph idx="1"/>
          </p:nvPr>
        </p:nvSpPr>
        <p:spPr>
          <a:xfrm>
            <a:off x="842837" y="2320904"/>
            <a:ext cx="10306943" cy="2398580"/>
          </a:xfrm>
        </p:spPr>
        <p:txBody>
          <a:bodyPr vert="horz" lIns="91440" tIns="45720" rIns="91440" bIns="45720" rtlCol="0" anchor="t">
            <a:normAutofit/>
          </a:bodyPr>
          <a:lstStyle/>
          <a:p>
            <a:pPr marL="285750" indent="-285750" algn="just" defTabSz="457200">
              <a:spcBef>
                <a:spcPts val="100"/>
              </a:spcBef>
              <a:spcAft>
                <a:spcPts val="100"/>
              </a:spcAft>
            </a:pPr>
            <a:r>
              <a:rPr lang="en-US" sz="1800" err="1">
                <a:latin typeface="+mj-lt"/>
              </a:rPr>
              <a:t>Password_Memory</a:t>
            </a:r>
            <a:r>
              <a:rPr lang="en-US" sz="1800">
                <a:latin typeface="+mj-lt"/>
              </a:rPr>
              <a:t> : Lưu </a:t>
            </a:r>
            <a:r>
              <a:rPr lang="en-US" sz="1800" err="1">
                <a:latin typeface="+mj-lt"/>
              </a:rPr>
              <a:t>trữ</a:t>
            </a:r>
            <a:r>
              <a:rPr lang="en-US" sz="1800">
                <a:latin typeface="+mj-lt"/>
              </a:rPr>
              <a:t> mật mã (6 chữ số, mỗi số 4 bit)</a:t>
            </a:r>
          </a:p>
          <a:p>
            <a:pPr marL="285750" indent="-285750" algn="just" defTabSz="457200">
              <a:spcBef>
                <a:spcPts val="100"/>
              </a:spcBef>
              <a:spcAft>
                <a:spcPts val="100"/>
              </a:spcAft>
            </a:pPr>
            <a:r>
              <a:rPr lang="en-US" sz="1800" err="1">
                <a:latin typeface="+mj-lt"/>
              </a:rPr>
              <a:t>LCD_Driver</a:t>
            </a:r>
            <a:r>
              <a:rPr lang="en-US" sz="1800">
                <a:latin typeface="+mj-lt"/>
              </a:rPr>
              <a:t> : Giao tiếp với LCD HD44780 trên DE2 Kit</a:t>
            </a:r>
          </a:p>
          <a:p>
            <a:pPr marL="285750" indent="-285750" algn="just" defTabSz="457200">
              <a:spcBef>
                <a:spcPts val="100"/>
              </a:spcBef>
              <a:spcAft>
                <a:spcPts val="100"/>
              </a:spcAft>
            </a:pPr>
            <a:r>
              <a:rPr lang="en-US" sz="1800" err="1">
                <a:latin typeface="+mj-lt"/>
              </a:rPr>
              <a:t>Switch_Input</a:t>
            </a:r>
            <a:r>
              <a:rPr lang="en-US" sz="1800">
                <a:latin typeface="+mj-lt"/>
              </a:rPr>
              <a:t> : </a:t>
            </a:r>
            <a:r>
              <a:rPr lang="en-US" sz="1800" err="1">
                <a:latin typeface="+mj-lt"/>
              </a:rPr>
              <a:t>Xử</a:t>
            </a:r>
            <a:r>
              <a:rPr lang="en-US" sz="1800">
                <a:latin typeface="+mj-lt"/>
              </a:rPr>
              <a:t> </a:t>
            </a:r>
            <a:r>
              <a:rPr lang="en-US" sz="1800" err="1">
                <a:latin typeface="+mj-lt"/>
              </a:rPr>
              <a:t>lí</a:t>
            </a:r>
            <a:r>
              <a:rPr lang="en-US" sz="1800">
                <a:latin typeface="+mj-lt"/>
              </a:rPr>
              <a:t> </a:t>
            </a:r>
            <a:r>
              <a:rPr lang="en-US" sz="1800" err="1">
                <a:latin typeface="+mj-lt"/>
              </a:rPr>
              <a:t>tín</a:t>
            </a:r>
            <a:r>
              <a:rPr lang="en-US" sz="1800">
                <a:latin typeface="+mj-lt"/>
              </a:rPr>
              <a:t> </a:t>
            </a:r>
            <a:r>
              <a:rPr lang="en-US" sz="1800" err="1">
                <a:latin typeface="+mj-lt"/>
              </a:rPr>
              <a:t>hiệu</a:t>
            </a:r>
            <a:r>
              <a:rPr lang="en-US" sz="1800">
                <a:latin typeface="+mj-lt"/>
              </a:rPr>
              <a:t> </a:t>
            </a:r>
            <a:r>
              <a:rPr lang="en-US" sz="1800" err="1">
                <a:latin typeface="+mj-lt"/>
              </a:rPr>
              <a:t>từ</a:t>
            </a:r>
            <a:r>
              <a:rPr lang="en-US" sz="1800">
                <a:latin typeface="+mj-lt"/>
              </a:rPr>
              <a:t> switch hoặc key</a:t>
            </a:r>
          </a:p>
          <a:p>
            <a:pPr marL="285750" indent="-285750" algn="just" defTabSz="457200">
              <a:spcBef>
                <a:spcPts val="100"/>
              </a:spcBef>
              <a:spcAft>
                <a:spcPts val="100"/>
              </a:spcAft>
            </a:pPr>
            <a:r>
              <a:rPr lang="en-US" sz="1800" err="1">
                <a:latin typeface="+mj-lt"/>
              </a:rPr>
              <a:t>Code_checker</a:t>
            </a:r>
            <a:r>
              <a:rPr lang="en-US" sz="1800">
                <a:latin typeface="+mj-lt"/>
              </a:rPr>
              <a:t> : So </a:t>
            </a:r>
            <a:r>
              <a:rPr lang="en-US" sz="1800" err="1">
                <a:latin typeface="+mj-lt"/>
              </a:rPr>
              <a:t>sánh</a:t>
            </a:r>
            <a:r>
              <a:rPr lang="en-US" sz="1800">
                <a:latin typeface="+mj-lt"/>
              </a:rPr>
              <a:t> pass nhập vào và pass lưu trữ</a:t>
            </a:r>
          </a:p>
          <a:p>
            <a:pPr marL="285750" indent="-285750" algn="just" defTabSz="457200">
              <a:spcBef>
                <a:spcPts val="100"/>
              </a:spcBef>
              <a:spcAft>
                <a:spcPts val="100"/>
              </a:spcAft>
            </a:pPr>
            <a:r>
              <a:rPr lang="en-US" sz="1800">
                <a:latin typeface="+mj-lt"/>
              </a:rPr>
              <a:t>Main_FSM: Điểu khiển các trạng thái của hệ thống</a:t>
            </a:r>
            <a:endParaRPr lang="en-US" sz="1800" err="1">
              <a:latin typeface="+mj-lt"/>
            </a:endParaRPr>
          </a:p>
          <a:p>
            <a:pPr marL="285750" indent="-285750" algn="just" defTabSz="457200">
              <a:spcBef>
                <a:spcPts val="100"/>
              </a:spcBef>
              <a:spcAft>
                <a:spcPts val="100"/>
              </a:spcAft>
            </a:pPr>
            <a:r>
              <a:rPr lang="en-US" sz="1800" err="1">
                <a:latin typeface="+mj-lt"/>
              </a:rPr>
              <a:t>Common_</a:t>
            </a:r>
            <a:r>
              <a:rPr lang="en-US" sz="1800">
                <a:latin typeface="+mj-lt"/>
              </a:rPr>
              <a:t>Params: Định </a:t>
            </a:r>
            <a:r>
              <a:rPr lang="en-US" sz="1800" err="1">
                <a:latin typeface="+mj-lt"/>
              </a:rPr>
              <a:t>nghĩa</a:t>
            </a:r>
            <a:r>
              <a:rPr lang="en-US" sz="1800">
                <a:latin typeface="+mj-lt"/>
              </a:rPr>
              <a:t> </a:t>
            </a:r>
            <a:r>
              <a:rPr lang="en-US" sz="1800" err="1">
                <a:latin typeface="+mj-lt"/>
              </a:rPr>
              <a:t>các</a:t>
            </a:r>
            <a:r>
              <a:rPr lang="en-US" sz="1800">
                <a:latin typeface="+mj-lt"/>
              </a:rPr>
              <a:t> </a:t>
            </a:r>
            <a:r>
              <a:rPr lang="en-US" sz="1800" err="1">
                <a:latin typeface="+mj-lt"/>
              </a:rPr>
              <a:t>tham</a:t>
            </a:r>
            <a:r>
              <a:rPr lang="en-US" sz="1800">
                <a:latin typeface="+mj-lt"/>
              </a:rPr>
              <a:t> </a:t>
            </a:r>
            <a:r>
              <a:rPr lang="en-US" sz="1800" err="1">
                <a:latin typeface="+mj-lt"/>
              </a:rPr>
              <a:t>số</a:t>
            </a:r>
            <a:r>
              <a:rPr lang="en-US" sz="1800">
                <a:latin typeface="+mj-lt"/>
              </a:rPr>
              <a:t> </a:t>
            </a:r>
            <a:r>
              <a:rPr lang="en-US" sz="1800" err="1">
                <a:latin typeface="+mj-lt"/>
              </a:rPr>
              <a:t>toàn</a:t>
            </a:r>
            <a:r>
              <a:rPr lang="en-US" sz="1800">
                <a:latin typeface="+mj-lt"/>
              </a:rPr>
              <a:t> </a:t>
            </a:r>
            <a:r>
              <a:rPr lang="en-US" sz="1800" err="1">
                <a:latin typeface="+mj-lt"/>
              </a:rPr>
              <a:t>cục</a:t>
            </a:r>
            <a:r>
              <a:rPr lang="en-US" sz="1800">
                <a:latin typeface="+mj-lt"/>
              </a:rPr>
              <a:t> khi thiết kế</a:t>
            </a:r>
            <a:endParaRPr lang="en-US" sz="1800" err="1">
              <a:latin typeface="+mj-lt"/>
            </a:endParaRPr>
          </a:p>
          <a:p>
            <a:endParaRPr lang="en-US" sz="2000">
              <a:solidFill>
                <a:srgbClr val="334155"/>
              </a:solidFill>
              <a:latin typeface="time"/>
              <a:cs typeface="Arial"/>
            </a:endParaRPr>
          </a:p>
          <a:p>
            <a:endParaRPr lang="en-US" sz="2000">
              <a:solidFill>
                <a:srgbClr val="000000"/>
              </a:solidFill>
              <a:latin typeface="time"/>
              <a:cs typeface="Arial"/>
            </a:endParaRPr>
          </a:p>
        </p:txBody>
      </p:sp>
      <p:sp>
        <p:nvSpPr>
          <p:cNvPr id="4" name="Footer Placeholder 3">
            <a:extLst>
              <a:ext uri="{FF2B5EF4-FFF2-40B4-BE49-F238E27FC236}">
                <a16:creationId xmlns:a16="http://schemas.microsoft.com/office/drawing/2014/main" id="{43AF71EB-6F61-4ACA-05DB-A560BFE368B6}"/>
              </a:ext>
            </a:extLst>
          </p:cNvPr>
          <p:cNvSpPr>
            <a:spLocks noGrp="1"/>
          </p:cNvSpPr>
          <p:nvPr>
            <p:ph type="ftr" sz="quarter" idx="11"/>
          </p:nvPr>
        </p:nvSpPr>
        <p:spPr/>
        <p:txBody>
          <a:bodyPr/>
          <a:lstStyle/>
          <a:p>
            <a:r>
              <a:rPr lang="en-US"/>
              <a:t>Copyrights 2024 CE-UIT. All Rights Reserved.</a:t>
            </a:r>
          </a:p>
        </p:txBody>
      </p:sp>
      <p:sp>
        <p:nvSpPr>
          <p:cNvPr id="5" name="Slide Number Placeholder 4">
            <a:extLst>
              <a:ext uri="{FF2B5EF4-FFF2-40B4-BE49-F238E27FC236}">
                <a16:creationId xmlns:a16="http://schemas.microsoft.com/office/drawing/2014/main" id="{3D68B17E-A265-DBD9-76E5-6E277756C93E}"/>
              </a:ext>
            </a:extLst>
          </p:cNvPr>
          <p:cNvSpPr>
            <a:spLocks noGrp="1"/>
          </p:cNvSpPr>
          <p:nvPr>
            <p:ph type="sldNum" sz="quarter" idx="12"/>
          </p:nvPr>
        </p:nvSpPr>
        <p:spPr/>
        <p:txBody>
          <a:bodyPr/>
          <a:lstStyle/>
          <a:p>
            <a:fld id="{48F63A3B-78C7-47BE-AE5E-E10140E04643}" type="slidenum">
              <a:rPr lang="en-US" smtClean="0"/>
              <a:pPr/>
              <a:t>11</a:t>
            </a:fld>
            <a:endParaRPr lang="en-US"/>
          </a:p>
        </p:txBody>
      </p:sp>
      <p:sp>
        <p:nvSpPr>
          <p:cNvPr id="9" name="TextBox 8">
            <a:extLst>
              <a:ext uri="{FF2B5EF4-FFF2-40B4-BE49-F238E27FC236}">
                <a16:creationId xmlns:a16="http://schemas.microsoft.com/office/drawing/2014/main" id="{439F9093-F785-9BD1-2221-8D1D3978F0D0}"/>
              </a:ext>
            </a:extLst>
          </p:cNvPr>
          <p:cNvSpPr txBox="1"/>
          <p:nvPr/>
        </p:nvSpPr>
        <p:spPr>
          <a:xfrm>
            <a:off x="478179" y="1115035"/>
            <a:ext cx="6191407" cy="632609"/>
          </a:xfrm>
          <a:prstGeom prst="rect">
            <a:avLst/>
          </a:prstGeom>
          <a:noFill/>
        </p:spPr>
        <p:txBody>
          <a:bodyPr wrap="square" rtlCol="0">
            <a:spAutoFit/>
          </a:bodyPr>
          <a:lstStyle/>
          <a:p>
            <a:pPr algn="l">
              <a:lnSpc>
                <a:spcPct val="130000"/>
              </a:lnSpc>
              <a:spcBef>
                <a:spcPts val="300"/>
              </a:spcBef>
              <a:spcAft>
                <a:spcPts val="300"/>
              </a:spcAft>
            </a:pPr>
            <a:r>
              <a:rPr lang="en-US" sz="3000" b="1">
                <a:solidFill>
                  <a:schemeClr val="accent4">
                    <a:lumMod val="75000"/>
                  </a:schemeClr>
                </a:solidFill>
                <a:latin typeface="+mj-lt"/>
              </a:rPr>
              <a:t>II. Thiết kế hệ thống</a:t>
            </a:r>
          </a:p>
        </p:txBody>
      </p:sp>
      <p:sp>
        <p:nvSpPr>
          <p:cNvPr id="10" name="Content Placeholder 6">
            <a:extLst>
              <a:ext uri="{FF2B5EF4-FFF2-40B4-BE49-F238E27FC236}">
                <a16:creationId xmlns:a16="http://schemas.microsoft.com/office/drawing/2014/main" id="{061C7FA9-4E1D-BE04-D354-A23EDF6CBBB1}"/>
              </a:ext>
            </a:extLst>
          </p:cNvPr>
          <p:cNvSpPr txBox="1">
            <a:spLocks/>
          </p:cNvSpPr>
          <p:nvPr/>
        </p:nvSpPr>
        <p:spPr>
          <a:xfrm>
            <a:off x="752167" y="1786157"/>
            <a:ext cx="9783097" cy="448360"/>
          </a:xfrm>
          <a:prstGeom prst="rect">
            <a:avLst/>
          </a:prstGeom>
        </p:spPr>
        <p:txBody>
          <a:bodyPr vert="horz" lIns="91440" tIns="45720" rIns="91440" bIns="45720" rtlCol="0" anchor="t">
            <a:noAutofit/>
          </a:bodyPr>
          <a:lstStyle>
            <a:lvl1pPr marL="228600" indent="-228600" algn="l" defTabSz="914400" rtl="0" eaLnBrk="1" latinLnBrk="0" hangingPunct="1">
              <a:lnSpc>
                <a:spcPct val="130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30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30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mj-lt"/>
              </a:rPr>
              <a:t>1. Các module chức năng</a:t>
            </a:r>
            <a:endParaRPr lang="en-US" sz="2000" b="1" err="1">
              <a:latin typeface="+mj-lt"/>
            </a:endParaRPr>
          </a:p>
        </p:txBody>
      </p:sp>
    </p:spTree>
    <p:extLst>
      <p:ext uri="{BB962C8B-B14F-4D97-AF65-F5344CB8AC3E}">
        <p14:creationId xmlns:p14="http://schemas.microsoft.com/office/powerpoint/2010/main" val="2883831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26FC572-59E8-2C6F-4543-9E802E1157ED}"/>
              </a:ext>
            </a:extLst>
          </p:cNvPr>
          <p:cNvSpPr>
            <a:spLocks noGrp="1"/>
          </p:cNvSpPr>
          <p:nvPr>
            <p:ph type="ftr" sz="quarter" idx="11"/>
          </p:nvPr>
        </p:nvSpPr>
        <p:spPr/>
        <p:txBody>
          <a:bodyPr/>
          <a:lstStyle/>
          <a:p>
            <a:r>
              <a:rPr lang="en-US"/>
              <a:t>Copyrights 2024 CE-UIT. All Rights Reserved.</a:t>
            </a:r>
          </a:p>
        </p:txBody>
      </p:sp>
      <p:sp>
        <p:nvSpPr>
          <p:cNvPr id="5" name="Slide Number Placeholder 4">
            <a:extLst>
              <a:ext uri="{FF2B5EF4-FFF2-40B4-BE49-F238E27FC236}">
                <a16:creationId xmlns:a16="http://schemas.microsoft.com/office/drawing/2014/main" id="{32FDC4A5-3F61-F134-E13E-D5D10FC6E092}"/>
              </a:ext>
            </a:extLst>
          </p:cNvPr>
          <p:cNvSpPr>
            <a:spLocks noGrp="1"/>
          </p:cNvSpPr>
          <p:nvPr>
            <p:ph type="sldNum" sz="quarter" idx="12"/>
          </p:nvPr>
        </p:nvSpPr>
        <p:spPr/>
        <p:txBody>
          <a:bodyPr/>
          <a:lstStyle/>
          <a:p>
            <a:fld id="{48F63A3B-78C7-47BE-AE5E-E10140E04643}" type="slidenum">
              <a:rPr lang="en-US" smtClean="0"/>
              <a:pPr/>
              <a:t>12</a:t>
            </a:fld>
            <a:endParaRPr lang="en-US"/>
          </a:p>
        </p:txBody>
      </p:sp>
      <p:sp>
        <p:nvSpPr>
          <p:cNvPr id="8" name="TextBox 7">
            <a:extLst>
              <a:ext uri="{FF2B5EF4-FFF2-40B4-BE49-F238E27FC236}">
                <a16:creationId xmlns:a16="http://schemas.microsoft.com/office/drawing/2014/main" id="{4FFF01C5-AE17-068B-0881-F5EA198F1D21}"/>
              </a:ext>
            </a:extLst>
          </p:cNvPr>
          <p:cNvSpPr txBox="1"/>
          <p:nvPr/>
        </p:nvSpPr>
        <p:spPr>
          <a:xfrm>
            <a:off x="891536" y="2286273"/>
            <a:ext cx="9737886" cy="5390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30000"/>
              </a:lnSpc>
            </a:pPr>
            <a:r>
              <a:rPr lang="en-US">
                <a:latin typeface="+mj-lt"/>
              </a:rPr>
              <a:t>Dựa </a:t>
            </a:r>
            <a:r>
              <a:rPr lang="en-US" err="1">
                <a:latin typeface="+mj-lt"/>
              </a:rPr>
              <a:t>trên</a:t>
            </a:r>
            <a:r>
              <a:rPr lang="en-US">
                <a:latin typeface="+mj-lt"/>
              </a:rPr>
              <a:t> </a:t>
            </a:r>
            <a:r>
              <a:rPr lang="en-US" err="1">
                <a:latin typeface="+mj-lt"/>
              </a:rPr>
              <a:t>mô</a:t>
            </a:r>
            <a:r>
              <a:rPr lang="en-US">
                <a:latin typeface="+mj-lt"/>
              </a:rPr>
              <a:t> </a:t>
            </a:r>
            <a:r>
              <a:rPr lang="en-US" err="1">
                <a:latin typeface="+mj-lt"/>
              </a:rPr>
              <a:t>hình</a:t>
            </a:r>
            <a:r>
              <a:rPr lang="en-US">
                <a:latin typeface="+mj-lt"/>
              </a:rPr>
              <a:t> Moore FSM </a:t>
            </a:r>
            <a:r>
              <a:rPr lang="en-US" err="1">
                <a:latin typeface="+mj-lt"/>
              </a:rPr>
              <a:t>với</a:t>
            </a:r>
            <a:r>
              <a:rPr lang="en-US">
                <a:latin typeface="+mj-lt"/>
              </a:rPr>
              <a:t> 8 </a:t>
            </a:r>
            <a:r>
              <a:rPr lang="en-US" err="1">
                <a:latin typeface="+mj-lt"/>
              </a:rPr>
              <a:t>trạng</a:t>
            </a:r>
            <a:r>
              <a:rPr lang="en-US">
                <a:latin typeface="+mj-lt"/>
              </a:rPr>
              <a:t> </a:t>
            </a:r>
            <a:r>
              <a:rPr lang="en-US" err="1">
                <a:latin typeface="+mj-lt"/>
              </a:rPr>
              <a:t>thái</a:t>
            </a:r>
            <a:r>
              <a:rPr lang="en-US">
                <a:latin typeface="+mj-lt"/>
              </a:rPr>
              <a:t> logic:</a:t>
            </a:r>
          </a:p>
          <a:p>
            <a:pPr marL="342900" indent="-342900">
              <a:lnSpc>
                <a:spcPct val="130000"/>
              </a:lnSpc>
              <a:buFont typeface="Arial" panose="020B0604020202020204" pitchFamily="34" charset="0"/>
              <a:buChar char="•"/>
            </a:pPr>
            <a:r>
              <a:rPr lang="en-US">
                <a:latin typeface="+mj-lt"/>
              </a:rPr>
              <a:t>S_IDLE: Yêu </a:t>
            </a:r>
            <a:r>
              <a:rPr lang="en-US" err="1">
                <a:latin typeface="+mj-lt"/>
              </a:rPr>
              <a:t>cầu</a:t>
            </a:r>
            <a:r>
              <a:rPr lang="en-US">
                <a:latin typeface="+mj-lt"/>
              </a:rPr>
              <a:t> </a:t>
            </a:r>
            <a:r>
              <a:rPr lang="en-US" err="1">
                <a:latin typeface="+mj-lt"/>
              </a:rPr>
              <a:t>nhập</a:t>
            </a:r>
            <a:r>
              <a:rPr lang="en-US">
                <a:latin typeface="+mj-lt"/>
              </a:rPr>
              <a:t> </a:t>
            </a:r>
            <a:r>
              <a:rPr lang="en-US" err="1">
                <a:latin typeface="+mj-lt"/>
              </a:rPr>
              <a:t>mật</a:t>
            </a:r>
            <a:r>
              <a:rPr lang="en-US">
                <a:latin typeface="+mj-lt"/>
              </a:rPr>
              <a:t> khẩu</a:t>
            </a:r>
          </a:p>
          <a:p>
            <a:pPr marL="342900" indent="-342900">
              <a:lnSpc>
                <a:spcPct val="130000"/>
              </a:lnSpc>
              <a:buFont typeface="Arial" panose="020B0604020202020204" pitchFamily="34" charset="0"/>
              <a:buChar char="•"/>
            </a:pPr>
            <a:r>
              <a:rPr lang="en-US">
                <a:latin typeface="+mj-lt"/>
              </a:rPr>
              <a:t>S_INPUT: Lưu các số nhập bằng switch vào bộ đệm.</a:t>
            </a:r>
          </a:p>
          <a:p>
            <a:pPr marL="342900" indent="-342900">
              <a:lnSpc>
                <a:spcPct val="130000"/>
              </a:lnSpc>
              <a:buFont typeface="Arial" panose="020B0604020202020204" pitchFamily="34" charset="0"/>
              <a:buChar char="•"/>
            </a:pPr>
            <a:r>
              <a:rPr lang="en-US">
                <a:latin typeface="+mj-lt"/>
              </a:rPr>
              <a:t>S_SET_NEW: </a:t>
            </a:r>
            <a:r>
              <a:rPr lang="en-US" err="1">
                <a:latin typeface="+mj-lt"/>
              </a:rPr>
              <a:t>Ghi</a:t>
            </a:r>
            <a:r>
              <a:rPr lang="en-US">
                <a:latin typeface="+mj-lt"/>
              </a:rPr>
              <a:t> </a:t>
            </a:r>
            <a:r>
              <a:rPr lang="en-US" err="1">
                <a:latin typeface="+mj-lt"/>
              </a:rPr>
              <a:t>mật</a:t>
            </a:r>
            <a:r>
              <a:rPr lang="en-US">
                <a:latin typeface="+mj-lt"/>
              </a:rPr>
              <a:t> </a:t>
            </a:r>
            <a:r>
              <a:rPr lang="en-US" err="1">
                <a:latin typeface="+mj-lt"/>
              </a:rPr>
              <a:t>khẩu</a:t>
            </a:r>
            <a:r>
              <a:rPr lang="en-US">
                <a:latin typeface="+mj-lt"/>
              </a:rPr>
              <a:t> </a:t>
            </a:r>
            <a:r>
              <a:rPr lang="en-US" err="1">
                <a:latin typeface="+mj-lt"/>
              </a:rPr>
              <a:t>mới</a:t>
            </a:r>
            <a:r>
              <a:rPr lang="en-US">
                <a:latin typeface="+mj-lt"/>
              </a:rPr>
              <a:t> </a:t>
            </a:r>
            <a:r>
              <a:rPr lang="en-US" err="1">
                <a:latin typeface="+mj-lt"/>
              </a:rPr>
              <a:t>từ</a:t>
            </a:r>
            <a:r>
              <a:rPr lang="en-US">
                <a:latin typeface="+mj-lt"/>
              </a:rPr>
              <a:t> </a:t>
            </a:r>
            <a:r>
              <a:rPr lang="en-US" err="1">
                <a:latin typeface="+mj-lt"/>
              </a:rPr>
              <a:t>bộ</a:t>
            </a:r>
            <a:r>
              <a:rPr lang="en-US">
                <a:latin typeface="+mj-lt"/>
              </a:rPr>
              <a:t> </a:t>
            </a:r>
            <a:r>
              <a:rPr lang="en-US" err="1">
                <a:latin typeface="+mj-lt"/>
              </a:rPr>
              <a:t>đệm</a:t>
            </a:r>
            <a:r>
              <a:rPr lang="en-US">
                <a:latin typeface="+mj-lt"/>
              </a:rPr>
              <a:t> </a:t>
            </a:r>
            <a:r>
              <a:rPr lang="en-US" err="1">
                <a:latin typeface="+mj-lt"/>
              </a:rPr>
              <a:t>vào</a:t>
            </a:r>
            <a:r>
              <a:rPr lang="en-US">
                <a:latin typeface="+mj-lt"/>
              </a:rPr>
              <a:t> </a:t>
            </a:r>
            <a:r>
              <a:rPr lang="en-US" err="1">
                <a:latin typeface="+mj-lt"/>
              </a:rPr>
              <a:t>Password_</a:t>
            </a:r>
            <a:r>
              <a:rPr lang="en-US">
                <a:latin typeface="+mj-lt"/>
              </a:rPr>
              <a:t>Memory</a:t>
            </a:r>
          </a:p>
          <a:p>
            <a:pPr marL="342900" indent="-342900">
              <a:lnSpc>
                <a:spcPct val="130000"/>
              </a:lnSpc>
              <a:buFont typeface="Arial" panose="020B0604020202020204" pitchFamily="34" charset="0"/>
              <a:buChar char="•"/>
            </a:pPr>
            <a:r>
              <a:rPr lang="en-US">
                <a:latin typeface="+mj-lt"/>
              </a:rPr>
              <a:t>S_CHANGE_PASS: Chế độ thay đổi mật mã. </a:t>
            </a:r>
          </a:p>
          <a:p>
            <a:pPr marL="342900" indent="-342900">
              <a:lnSpc>
                <a:spcPct val="130000"/>
              </a:lnSpc>
              <a:buFont typeface="Arial" panose="020B0604020202020204" pitchFamily="34" charset="0"/>
              <a:buChar char="•"/>
            </a:pPr>
            <a:r>
              <a:rPr lang="en-US">
                <a:latin typeface="+mj-lt"/>
              </a:rPr>
              <a:t>S_CHECK: Xác thực mật khẩu nhập vào</a:t>
            </a:r>
            <a:endParaRPr lang="vi-VN">
              <a:latin typeface="+mj-lt"/>
            </a:endParaRPr>
          </a:p>
          <a:p>
            <a:pPr marL="342900" indent="-342900">
              <a:lnSpc>
                <a:spcPct val="130000"/>
              </a:lnSpc>
              <a:buFont typeface="Arial" panose="020B0604020202020204" pitchFamily="34" charset="0"/>
              <a:buChar char="•"/>
            </a:pPr>
            <a:r>
              <a:rPr lang="en-US">
                <a:latin typeface="+mj-lt"/>
              </a:rPr>
              <a:t>S_UNLOCKED: Trạng thái </a:t>
            </a:r>
            <a:r>
              <a:rPr lang="en-US" err="1">
                <a:latin typeface="+mj-lt"/>
              </a:rPr>
              <a:t>mở</a:t>
            </a:r>
            <a:r>
              <a:rPr lang="en-US">
                <a:latin typeface="+mj-lt"/>
              </a:rPr>
              <a:t> khóa</a:t>
            </a:r>
          </a:p>
          <a:p>
            <a:pPr marL="342900" indent="-342900">
              <a:lnSpc>
                <a:spcPct val="130000"/>
              </a:lnSpc>
              <a:buFont typeface="Arial" panose="020B0604020202020204" pitchFamily="34" charset="0"/>
              <a:buChar char="•"/>
            </a:pPr>
            <a:r>
              <a:rPr lang="en-US">
                <a:latin typeface="+mj-lt"/>
              </a:rPr>
              <a:t>S_WRONG: Trạng thái </a:t>
            </a:r>
            <a:r>
              <a:rPr lang="en-US" err="1">
                <a:latin typeface="+mj-lt"/>
              </a:rPr>
              <a:t>nhập</a:t>
            </a:r>
            <a:r>
              <a:rPr lang="en-US">
                <a:latin typeface="+mj-lt"/>
              </a:rPr>
              <a:t> sai (tăng biến đếm lỗi)</a:t>
            </a:r>
          </a:p>
          <a:p>
            <a:pPr marL="342900" indent="-342900">
              <a:lnSpc>
                <a:spcPct val="130000"/>
              </a:lnSpc>
              <a:buFont typeface="Arial" panose="020B0604020202020204" pitchFamily="34" charset="0"/>
              <a:buChar char="•"/>
            </a:pPr>
            <a:r>
              <a:rPr lang="en-US">
                <a:latin typeface="+mj-lt"/>
              </a:rPr>
              <a:t>S_LOCKOUT: Vô hiệu hóa hệ thống khi nhập sai 5 lần.</a:t>
            </a:r>
          </a:p>
          <a:p>
            <a:pPr marL="285750" indent="-285750">
              <a:lnSpc>
                <a:spcPct val="130000"/>
              </a:lnSpc>
              <a:spcBef>
                <a:spcPts val="300"/>
              </a:spcBef>
              <a:spcAft>
                <a:spcPts val="300"/>
              </a:spcAft>
              <a:buFont typeface="Calibri"/>
              <a:buChar char="-"/>
            </a:pPr>
            <a:endParaRPr lang="en-US" sz="2100">
              <a:latin typeface="Times New Roman"/>
              <a:ea typeface="+mn-lt"/>
              <a:cs typeface="Times New Roman"/>
            </a:endParaRPr>
          </a:p>
          <a:p>
            <a:pPr marL="285750" indent="-285750">
              <a:lnSpc>
                <a:spcPct val="130000"/>
              </a:lnSpc>
              <a:spcBef>
                <a:spcPts val="300"/>
              </a:spcBef>
              <a:spcAft>
                <a:spcPts val="300"/>
              </a:spcAft>
              <a:buFont typeface="Calibri"/>
              <a:buChar char="-"/>
            </a:pPr>
            <a:endParaRPr lang="en-US" sz="2100">
              <a:latin typeface="Times New Roman"/>
              <a:ea typeface="+mn-lt"/>
              <a:cs typeface="Times New Roman"/>
            </a:endParaRPr>
          </a:p>
          <a:p>
            <a:pPr marL="285750" indent="-285750">
              <a:buFont typeface="Calibri"/>
              <a:buChar char="-"/>
            </a:pPr>
            <a:endParaRPr lang="en-US" sz="2100">
              <a:latin typeface="Times New Roman"/>
              <a:ea typeface="+mn-lt"/>
              <a:cs typeface="Times New Roman"/>
            </a:endParaRPr>
          </a:p>
          <a:p>
            <a:pPr marL="285750" indent="-285750">
              <a:buFont typeface="Calibri"/>
              <a:buChar char="-"/>
            </a:pPr>
            <a:endParaRPr lang="en-US" sz="2100">
              <a:latin typeface="Times New Roman"/>
              <a:cs typeface="Times New Roman"/>
            </a:endParaRPr>
          </a:p>
          <a:p>
            <a:pPr>
              <a:lnSpc>
                <a:spcPct val="130000"/>
              </a:lnSpc>
              <a:spcBef>
                <a:spcPts val="300"/>
              </a:spcBef>
              <a:spcAft>
                <a:spcPts val="300"/>
              </a:spcAft>
            </a:pPr>
            <a:endParaRPr lang="en-US" sz="2100">
              <a:latin typeface="Times New Roman"/>
              <a:cs typeface="Times New Roman"/>
            </a:endParaRPr>
          </a:p>
        </p:txBody>
      </p:sp>
      <p:sp>
        <p:nvSpPr>
          <p:cNvPr id="9" name="TextBox 8">
            <a:extLst>
              <a:ext uri="{FF2B5EF4-FFF2-40B4-BE49-F238E27FC236}">
                <a16:creationId xmlns:a16="http://schemas.microsoft.com/office/drawing/2014/main" id="{91F35999-108D-DDF6-1449-967AF679BA3D}"/>
              </a:ext>
            </a:extLst>
          </p:cNvPr>
          <p:cNvSpPr txBox="1"/>
          <p:nvPr/>
        </p:nvSpPr>
        <p:spPr>
          <a:xfrm>
            <a:off x="478179" y="1115035"/>
            <a:ext cx="6191407" cy="632609"/>
          </a:xfrm>
          <a:prstGeom prst="rect">
            <a:avLst/>
          </a:prstGeom>
          <a:noFill/>
        </p:spPr>
        <p:txBody>
          <a:bodyPr wrap="square" rtlCol="0">
            <a:spAutoFit/>
          </a:bodyPr>
          <a:lstStyle/>
          <a:p>
            <a:pPr algn="l">
              <a:lnSpc>
                <a:spcPct val="130000"/>
              </a:lnSpc>
              <a:spcBef>
                <a:spcPts val="300"/>
              </a:spcBef>
              <a:spcAft>
                <a:spcPts val="300"/>
              </a:spcAft>
            </a:pPr>
            <a:r>
              <a:rPr lang="en-US" sz="3000" b="1">
                <a:solidFill>
                  <a:schemeClr val="accent4">
                    <a:lumMod val="75000"/>
                  </a:schemeClr>
                </a:solidFill>
                <a:latin typeface="+mj-lt"/>
              </a:rPr>
              <a:t>II. Thiết kế hệ thống</a:t>
            </a:r>
          </a:p>
        </p:txBody>
      </p:sp>
      <p:sp>
        <p:nvSpPr>
          <p:cNvPr id="10" name="Content Placeholder 6">
            <a:extLst>
              <a:ext uri="{FF2B5EF4-FFF2-40B4-BE49-F238E27FC236}">
                <a16:creationId xmlns:a16="http://schemas.microsoft.com/office/drawing/2014/main" id="{CD7DB0BE-49F6-BD35-FD0A-25EB92B9DB37}"/>
              </a:ext>
            </a:extLst>
          </p:cNvPr>
          <p:cNvSpPr txBox="1">
            <a:spLocks/>
          </p:cNvSpPr>
          <p:nvPr/>
        </p:nvSpPr>
        <p:spPr>
          <a:xfrm>
            <a:off x="752167" y="1786157"/>
            <a:ext cx="9783097" cy="448360"/>
          </a:xfrm>
          <a:prstGeom prst="rect">
            <a:avLst/>
          </a:prstGeom>
        </p:spPr>
        <p:txBody>
          <a:bodyPr vert="horz" lIns="91440" tIns="45720" rIns="91440" bIns="45720" rtlCol="0" anchor="t">
            <a:noAutofit/>
          </a:bodyPr>
          <a:lstStyle>
            <a:lvl1pPr marL="228600" indent="-228600" algn="l" defTabSz="914400" rtl="0" eaLnBrk="1" latinLnBrk="0" hangingPunct="1">
              <a:lnSpc>
                <a:spcPct val="130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30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30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mj-lt"/>
              </a:rPr>
              <a:t>2. Mô hình máy trạng thái</a:t>
            </a:r>
            <a:endParaRPr lang="en-US" sz="2000" b="1" err="1">
              <a:latin typeface="+mj-lt"/>
            </a:endParaRPr>
          </a:p>
        </p:txBody>
      </p:sp>
    </p:spTree>
    <p:extLst>
      <p:ext uri="{BB962C8B-B14F-4D97-AF65-F5344CB8AC3E}">
        <p14:creationId xmlns:p14="http://schemas.microsoft.com/office/powerpoint/2010/main" val="36435350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745CA-88D5-884B-CAE7-9CCF2651BE31}"/>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1787481D-2DC7-22D4-AF97-8AE45B08131A}"/>
              </a:ext>
            </a:extLst>
          </p:cNvPr>
          <p:cNvSpPr>
            <a:spLocks noGrp="1"/>
          </p:cNvSpPr>
          <p:nvPr>
            <p:ph type="ftr" sz="quarter" idx="11"/>
          </p:nvPr>
        </p:nvSpPr>
        <p:spPr/>
        <p:txBody>
          <a:bodyPr/>
          <a:lstStyle/>
          <a:p>
            <a:r>
              <a:rPr lang="en-US"/>
              <a:t>Copyrights 2024 CE-UIT. All Rights Reserved.</a:t>
            </a:r>
          </a:p>
        </p:txBody>
      </p:sp>
      <p:sp>
        <p:nvSpPr>
          <p:cNvPr id="5" name="Slide Number Placeholder 4">
            <a:extLst>
              <a:ext uri="{FF2B5EF4-FFF2-40B4-BE49-F238E27FC236}">
                <a16:creationId xmlns:a16="http://schemas.microsoft.com/office/drawing/2014/main" id="{3366747A-CCC7-F054-EB68-E00C5E2035D1}"/>
              </a:ext>
            </a:extLst>
          </p:cNvPr>
          <p:cNvSpPr>
            <a:spLocks noGrp="1"/>
          </p:cNvSpPr>
          <p:nvPr>
            <p:ph type="sldNum" sz="quarter" idx="12"/>
          </p:nvPr>
        </p:nvSpPr>
        <p:spPr/>
        <p:txBody>
          <a:bodyPr/>
          <a:lstStyle/>
          <a:p>
            <a:fld id="{48F63A3B-78C7-47BE-AE5E-E10140E04643}" type="slidenum">
              <a:rPr lang="en-US" smtClean="0"/>
              <a:pPr/>
              <a:t>13</a:t>
            </a:fld>
            <a:endParaRPr lang="en-US"/>
          </a:p>
        </p:txBody>
      </p:sp>
      <p:pic>
        <p:nvPicPr>
          <p:cNvPr id="1026" name="Picture 2">
            <a:extLst>
              <a:ext uri="{FF2B5EF4-FFF2-40B4-BE49-F238E27FC236}">
                <a16:creationId xmlns:a16="http://schemas.microsoft.com/office/drawing/2014/main" id="{3B322FB0-1936-248F-AC1D-DC0D9154D4C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48188" y="1102660"/>
            <a:ext cx="5488871" cy="5074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9047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367EC-A7D9-194A-13C6-6FCCD712547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374D7AD5-1EC1-ED52-9D87-0C29374CCECB}"/>
              </a:ext>
            </a:extLst>
          </p:cNvPr>
          <p:cNvSpPr>
            <a:spLocks noGrp="1"/>
          </p:cNvSpPr>
          <p:nvPr>
            <p:ph type="ftr" sz="quarter" idx="11"/>
          </p:nvPr>
        </p:nvSpPr>
        <p:spPr/>
        <p:txBody>
          <a:bodyPr/>
          <a:lstStyle/>
          <a:p>
            <a:r>
              <a:rPr lang="en-US"/>
              <a:t>Copyrights 2024 CE-UIT. All Rights Reserved.</a:t>
            </a:r>
          </a:p>
        </p:txBody>
      </p:sp>
      <p:sp>
        <p:nvSpPr>
          <p:cNvPr id="5" name="Slide Number Placeholder 4">
            <a:extLst>
              <a:ext uri="{FF2B5EF4-FFF2-40B4-BE49-F238E27FC236}">
                <a16:creationId xmlns:a16="http://schemas.microsoft.com/office/drawing/2014/main" id="{8A960EB1-E976-C258-EBCB-6AD6EFD7201E}"/>
              </a:ext>
            </a:extLst>
          </p:cNvPr>
          <p:cNvSpPr>
            <a:spLocks noGrp="1"/>
          </p:cNvSpPr>
          <p:nvPr>
            <p:ph type="sldNum" sz="quarter" idx="12"/>
          </p:nvPr>
        </p:nvSpPr>
        <p:spPr/>
        <p:txBody>
          <a:bodyPr/>
          <a:lstStyle/>
          <a:p>
            <a:fld id="{48F63A3B-78C7-47BE-AE5E-E10140E04643}" type="slidenum">
              <a:rPr lang="en-US" smtClean="0"/>
              <a:pPr/>
              <a:t>14</a:t>
            </a:fld>
            <a:endParaRPr lang="en-US"/>
          </a:p>
        </p:txBody>
      </p:sp>
      <p:sp>
        <p:nvSpPr>
          <p:cNvPr id="8" name="TextBox 7">
            <a:extLst>
              <a:ext uri="{FF2B5EF4-FFF2-40B4-BE49-F238E27FC236}">
                <a16:creationId xmlns:a16="http://schemas.microsoft.com/office/drawing/2014/main" id="{F814BD6A-CC21-5430-2D58-4AC24C536CD2}"/>
              </a:ext>
            </a:extLst>
          </p:cNvPr>
          <p:cNvSpPr txBox="1"/>
          <p:nvPr/>
        </p:nvSpPr>
        <p:spPr>
          <a:xfrm>
            <a:off x="891536" y="2286273"/>
            <a:ext cx="9737886" cy="3297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30000"/>
              </a:lnSpc>
              <a:buFont typeface="Arial" panose="020B0604020202020204" pitchFamily="34" charset="0"/>
              <a:buChar char="•"/>
            </a:pPr>
            <a:r>
              <a:rPr lang="vi-VN">
                <a:latin typeface="+mj-lt"/>
              </a:rPr>
              <a:t>Xử lý đa nguồn nạp (Multiple Driver): Sử dụng duy nhất 1 always block (Sequential logic) cho toàn bộ thanh ghi trong Main_FSM để tránh lỗi xung đột gán giá trị tại nhiều nơi – lỗi phổ biến nhất trong thiết kế HDL.</a:t>
            </a:r>
          </a:p>
          <a:p>
            <a:pPr marL="285750" indent="-285750">
              <a:lnSpc>
                <a:spcPct val="130000"/>
              </a:lnSpc>
              <a:buFont typeface="Arial" panose="020B0604020202020204" pitchFamily="34" charset="0"/>
              <a:buChar char="•"/>
            </a:pPr>
            <a:r>
              <a:rPr lang="vi-VN">
                <a:latin typeface="+mj-lt"/>
              </a:rPr>
              <a:t>Chống dội và Trigger liên tục: Thiết kế Edge Detector (btn_posedge = btn &amp;&amp; !btn_prev) cho các nút nhấn vật lý. Giải pháp này đảm bảo hệ thống chỉ thực hiện lệnh một lần duy nhất dù người dùng giữ nút lâu, tránh việc nhảy trạng thái ngoài ý muốn.</a:t>
            </a:r>
          </a:p>
          <a:p>
            <a:pPr marL="285750" indent="-285750">
              <a:lnSpc>
                <a:spcPct val="130000"/>
              </a:lnSpc>
              <a:buFont typeface="Arial" panose="020B0604020202020204" pitchFamily="34" charset="0"/>
              <a:buChar char="•"/>
            </a:pPr>
            <a:r>
              <a:rPr lang="vi-VN">
                <a:latin typeface="+mj-lt"/>
              </a:rPr>
              <a:t>Xung đột ưu tiên nhập liệu: Phân cấp logic if-else trong module Switch_Input. Ưu tiên cao nhất cho lệnh xóa (CLR) và quay lại (BACK), đồng thời giới hạn dải dữ liệu của SW[3:0] (bỏ qua các giá trị &gt; 9) để đảm bảo tính toàn vẹn dữ liệu mật mã.</a:t>
            </a:r>
            <a:endParaRPr lang="en-US" sz="2100">
              <a:latin typeface="Times New Roman"/>
              <a:cs typeface="Times New Roman"/>
            </a:endParaRPr>
          </a:p>
        </p:txBody>
      </p:sp>
      <p:sp>
        <p:nvSpPr>
          <p:cNvPr id="9" name="TextBox 8">
            <a:extLst>
              <a:ext uri="{FF2B5EF4-FFF2-40B4-BE49-F238E27FC236}">
                <a16:creationId xmlns:a16="http://schemas.microsoft.com/office/drawing/2014/main" id="{888DAFA1-E13F-A247-0C5B-99E3CCAFA23A}"/>
              </a:ext>
            </a:extLst>
          </p:cNvPr>
          <p:cNvSpPr txBox="1"/>
          <p:nvPr/>
        </p:nvSpPr>
        <p:spPr>
          <a:xfrm>
            <a:off x="478179" y="1115035"/>
            <a:ext cx="6191407" cy="632609"/>
          </a:xfrm>
          <a:prstGeom prst="rect">
            <a:avLst/>
          </a:prstGeom>
          <a:noFill/>
        </p:spPr>
        <p:txBody>
          <a:bodyPr wrap="square" rtlCol="0">
            <a:spAutoFit/>
          </a:bodyPr>
          <a:lstStyle/>
          <a:p>
            <a:pPr algn="l">
              <a:lnSpc>
                <a:spcPct val="130000"/>
              </a:lnSpc>
              <a:spcBef>
                <a:spcPts val="300"/>
              </a:spcBef>
              <a:spcAft>
                <a:spcPts val="300"/>
              </a:spcAft>
            </a:pPr>
            <a:r>
              <a:rPr lang="en-US" sz="3000" b="1">
                <a:solidFill>
                  <a:schemeClr val="accent4">
                    <a:lumMod val="75000"/>
                  </a:schemeClr>
                </a:solidFill>
                <a:latin typeface="+mj-lt"/>
              </a:rPr>
              <a:t>II. Thiết kế hệ thống</a:t>
            </a:r>
          </a:p>
        </p:txBody>
      </p:sp>
      <p:sp>
        <p:nvSpPr>
          <p:cNvPr id="10" name="Content Placeholder 6">
            <a:extLst>
              <a:ext uri="{FF2B5EF4-FFF2-40B4-BE49-F238E27FC236}">
                <a16:creationId xmlns:a16="http://schemas.microsoft.com/office/drawing/2014/main" id="{36337EFD-2E84-36A3-96D2-ADF8DC567F6C}"/>
              </a:ext>
            </a:extLst>
          </p:cNvPr>
          <p:cNvSpPr txBox="1">
            <a:spLocks/>
          </p:cNvSpPr>
          <p:nvPr/>
        </p:nvSpPr>
        <p:spPr>
          <a:xfrm>
            <a:off x="752167" y="1786157"/>
            <a:ext cx="9783097" cy="448360"/>
          </a:xfrm>
          <a:prstGeom prst="rect">
            <a:avLst/>
          </a:prstGeom>
        </p:spPr>
        <p:txBody>
          <a:bodyPr vert="horz" lIns="91440" tIns="45720" rIns="91440" bIns="45720" rtlCol="0" anchor="t">
            <a:noAutofit/>
          </a:bodyPr>
          <a:lstStyle>
            <a:lvl1pPr marL="228600" indent="-228600" algn="l" defTabSz="914400" rtl="0" eaLnBrk="1" latinLnBrk="0" hangingPunct="1">
              <a:lnSpc>
                <a:spcPct val="130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30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30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mj-lt"/>
              </a:rPr>
              <a:t>3. </a:t>
            </a:r>
            <a:r>
              <a:rPr lang="vi-VN" sz="2000" b="1">
                <a:latin typeface="+mj-lt"/>
              </a:rPr>
              <a:t>Các thách thức kỹ thuật &amp; Giải pháp tối ưu</a:t>
            </a:r>
            <a:endParaRPr lang="en-US" sz="2000" b="1" err="1">
              <a:latin typeface="+mj-lt"/>
            </a:endParaRPr>
          </a:p>
        </p:txBody>
      </p:sp>
    </p:spTree>
    <p:extLst>
      <p:ext uri="{BB962C8B-B14F-4D97-AF65-F5344CB8AC3E}">
        <p14:creationId xmlns:p14="http://schemas.microsoft.com/office/powerpoint/2010/main" val="2115310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121C2-BA91-FD05-2CC4-99849E08E16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4EBAA59-97A4-7179-DE5F-6BC4018F2FB8}"/>
              </a:ext>
            </a:extLst>
          </p:cNvPr>
          <p:cNvSpPr>
            <a:spLocks noGrp="1"/>
          </p:cNvSpPr>
          <p:nvPr>
            <p:ph type="ftr" sz="quarter" idx="11"/>
          </p:nvPr>
        </p:nvSpPr>
        <p:spPr/>
        <p:txBody>
          <a:bodyPr/>
          <a:lstStyle/>
          <a:p>
            <a:r>
              <a:rPr lang="en-US"/>
              <a:t>Copyrights 2024 CE-UIT. All Rights Reserved.</a:t>
            </a:r>
          </a:p>
        </p:txBody>
      </p:sp>
      <p:sp>
        <p:nvSpPr>
          <p:cNvPr id="5" name="Slide Number Placeholder 4">
            <a:extLst>
              <a:ext uri="{FF2B5EF4-FFF2-40B4-BE49-F238E27FC236}">
                <a16:creationId xmlns:a16="http://schemas.microsoft.com/office/drawing/2014/main" id="{6B29AB2E-80CA-1BE4-33B3-FB6EEED18F3D}"/>
              </a:ext>
            </a:extLst>
          </p:cNvPr>
          <p:cNvSpPr>
            <a:spLocks noGrp="1"/>
          </p:cNvSpPr>
          <p:nvPr>
            <p:ph type="sldNum" sz="quarter" idx="12"/>
          </p:nvPr>
        </p:nvSpPr>
        <p:spPr/>
        <p:txBody>
          <a:bodyPr/>
          <a:lstStyle/>
          <a:p>
            <a:fld id="{48F63A3B-78C7-47BE-AE5E-E10140E04643}" type="slidenum">
              <a:rPr lang="en-US" smtClean="0"/>
              <a:pPr/>
              <a:t>15</a:t>
            </a:fld>
            <a:endParaRPr lang="en-US"/>
          </a:p>
        </p:txBody>
      </p:sp>
      <p:sp>
        <p:nvSpPr>
          <p:cNvPr id="8" name="TextBox 7">
            <a:extLst>
              <a:ext uri="{FF2B5EF4-FFF2-40B4-BE49-F238E27FC236}">
                <a16:creationId xmlns:a16="http://schemas.microsoft.com/office/drawing/2014/main" id="{6DDC5718-5BBD-C0CB-E7F0-CC87F4D94161}"/>
              </a:ext>
            </a:extLst>
          </p:cNvPr>
          <p:cNvSpPr txBox="1"/>
          <p:nvPr/>
        </p:nvSpPr>
        <p:spPr>
          <a:xfrm>
            <a:off x="891536" y="2286273"/>
            <a:ext cx="9737886" cy="3297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30000"/>
              </a:lnSpc>
              <a:buFont typeface="Arial" panose="020B0604020202020204" pitchFamily="34" charset="0"/>
              <a:buChar char="•"/>
            </a:pPr>
            <a:r>
              <a:rPr lang="vi-VN">
                <a:latin typeface="+mj-lt"/>
              </a:rPr>
              <a:t>Tối ưu hiển thị LCD: Khắc phục hiện tượng LCD nhấp nháy (flickering) bằng cách chỉ cho FSM refresh nội dung tại trạng thái HOME, thay vì khởi tạo lại (re-INIT) toàn bộ cấu hình màn hình, giúp việc chuyển đổi thông tin mượt mà hơn.</a:t>
            </a:r>
          </a:p>
          <a:p>
            <a:pPr marL="285750" indent="-285750">
              <a:lnSpc>
                <a:spcPct val="130000"/>
              </a:lnSpc>
              <a:buFont typeface="Arial" panose="020B0604020202020204" pitchFamily="34" charset="0"/>
              <a:buChar char="•"/>
            </a:pPr>
            <a:r>
              <a:rPr lang="vi-VN">
                <a:latin typeface="+mj-lt"/>
              </a:rPr>
              <a:t>Đồng bộ hóa Clock (Cross-domain): Sử dụng các Buffer latch tại tầng xung nhịp 50 MHz để chốt dữ liệu, đảm bảo dữ liệu ổn định tuyệt đối trước khi module LCD_Driver (chạy ở tần số 1 kHz) đọc vào, tránh hiện tượng bất ổn định (metastability).</a:t>
            </a:r>
          </a:p>
          <a:p>
            <a:pPr marL="285750" indent="-285750">
              <a:lnSpc>
                <a:spcPct val="130000"/>
              </a:lnSpc>
              <a:buFont typeface="Arial" panose="020B0604020202020204" pitchFamily="34" charset="0"/>
              <a:buChar char="•"/>
            </a:pPr>
            <a:r>
              <a:rPr lang="vi-VN">
                <a:latin typeface="+mj-lt"/>
              </a:rPr>
              <a:t>Logic bảo mật Lockout: Xử lý lỗi "Off-by-one" bằng cách kiểm tra điều kiện error_count &lt; MAX_ERRORS - 1 tại trạng thái lỗi, giúp hệ thống khóa chính xác tại lần sai thứ 5 (không sớm hay muộn hơn).</a:t>
            </a:r>
            <a:endParaRPr lang="en-US" sz="2100">
              <a:latin typeface="Times New Roman"/>
              <a:cs typeface="Times New Roman"/>
            </a:endParaRPr>
          </a:p>
        </p:txBody>
      </p:sp>
      <p:sp>
        <p:nvSpPr>
          <p:cNvPr id="9" name="TextBox 8">
            <a:extLst>
              <a:ext uri="{FF2B5EF4-FFF2-40B4-BE49-F238E27FC236}">
                <a16:creationId xmlns:a16="http://schemas.microsoft.com/office/drawing/2014/main" id="{AA2BEAE1-366A-2BF2-ECF4-C4D9D5127F61}"/>
              </a:ext>
            </a:extLst>
          </p:cNvPr>
          <p:cNvSpPr txBox="1"/>
          <p:nvPr/>
        </p:nvSpPr>
        <p:spPr>
          <a:xfrm>
            <a:off x="478179" y="1115035"/>
            <a:ext cx="6191407" cy="632609"/>
          </a:xfrm>
          <a:prstGeom prst="rect">
            <a:avLst/>
          </a:prstGeom>
          <a:noFill/>
        </p:spPr>
        <p:txBody>
          <a:bodyPr wrap="square" rtlCol="0">
            <a:spAutoFit/>
          </a:bodyPr>
          <a:lstStyle/>
          <a:p>
            <a:pPr algn="l">
              <a:lnSpc>
                <a:spcPct val="130000"/>
              </a:lnSpc>
              <a:spcBef>
                <a:spcPts val="300"/>
              </a:spcBef>
              <a:spcAft>
                <a:spcPts val="300"/>
              </a:spcAft>
            </a:pPr>
            <a:r>
              <a:rPr lang="en-US" sz="3000" b="1">
                <a:solidFill>
                  <a:schemeClr val="accent4">
                    <a:lumMod val="75000"/>
                  </a:schemeClr>
                </a:solidFill>
                <a:latin typeface="+mj-lt"/>
              </a:rPr>
              <a:t>II. Thiết kế hệ thống</a:t>
            </a:r>
          </a:p>
        </p:txBody>
      </p:sp>
      <p:sp>
        <p:nvSpPr>
          <p:cNvPr id="10" name="Content Placeholder 6">
            <a:extLst>
              <a:ext uri="{FF2B5EF4-FFF2-40B4-BE49-F238E27FC236}">
                <a16:creationId xmlns:a16="http://schemas.microsoft.com/office/drawing/2014/main" id="{02930D02-2811-826B-6794-128936D4DB77}"/>
              </a:ext>
            </a:extLst>
          </p:cNvPr>
          <p:cNvSpPr txBox="1">
            <a:spLocks/>
          </p:cNvSpPr>
          <p:nvPr/>
        </p:nvSpPr>
        <p:spPr>
          <a:xfrm>
            <a:off x="752167" y="1786157"/>
            <a:ext cx="9783097" cy="448360"/>
          </a:xfrm>
          <a:prstGeom prst="rect">
            <a:avLst/>
          </a:prstGeom>
        </p:spPr>
        <p:txBody>
          <a:bodyPr vert="horz" lIns="91440" tIns="45720" rIns="91440" bIns="45720" rtlCol="0" anchor="t">
            <a:noAutofit/>
          </a:bodyPr>
          <a:lstStyle>
            <a:lvl1pPr marL="228600" indent="-228600" algn="l" defTabSz="914400" rtl="0" eaLnBrk="1" latinLnBrk="0" hangingPunct="1">
              <a:lnSpc>
                <a:spcPct val="130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30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30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mj-lt"/>
              </a:rPr>
              <a:t>3. </a:t>
            </a:r>
            <a:r>
              <a:rPr lang="vi-VN" sz="2000" b="1">
                <a:latin typeface="+mj-lt"/>
              </a:rPr>
              <a:t>Các thách thức kỹ thuật &amp; Giải pháp tối ưu</a:t>
            </a:r>
            <a:endParaRPr lang="en-US" sz="2000" b="1" err="1">
              <a:latin typeface="+mj-lt"/>
            </a:endParaRPr>
          </a:p>
        </p:txBody>
      </p:sp>
    </p:spTree>
    <p:extLst>
      <p:ext uri="{BB962C8B-B14F-4D97-AF65-F5344CB8AC3E}">
        <p14:creationId xmlns:p14="http://schemas.microsoft.com/office/powerpoint/2010/main" val="543191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AB961-AD1A-1BA7-3FA5-61E426EDB1A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D6CE51F-30BA-9097-E430-B7D0AF3BC473}"/>
              </a:ext>
            </a:extLst>
          </p:cNvPr>
          <p:cNvSpPr>
            <a:spLocks noGrp="1"/>
          </p:cNvSpPr>
          <p:nvPr>
            <p:ph type="sldNum" sz="quarter" idx="12"/>
          </p:nvPr>
        </p:nvSpPr>
        <p:spPr/>
        <p:txBody>
          <a:bodyPr/>
          <a:lstStyle/>
          <a:p>
            <a:fld id="{48F63A3B-78C7-47BE-AE5E-E10140E04643}" type="slidenum">
              <a:rPr lang="en-US" smtClean="0"/>
              <a:pPr/>
              <a:t>16</a:t>
            </a:fld>
            <a:endParaRPr lang="en-US"/>
          </a:p>
        </p:txBody>
      </p:sp>
      <p:sp>
        <p:nvSpPr>
          <p:cNvPr id="4" name="Title 3">
            <a:extLst>
              <a:ext uri="{FF2B5EF4-FFF2-40B4-BE49-F238E27FC236}">
                <a16:creationId xmlns:a16="http://schemas.microsoft.com/office/drawing/2014/main" id="{80D935AF-D849-D40C-380A-D6BB7E7AFF94}"/>
              </a:ext>
            </a:extLst>
          </p:cNvPr>
          <p:cNvSpPr>
            <a:spLocks noGrp="1"/>
          </p:cNvSpPr>
          <p:nvPr>
            <p:ph type="title"/>
          </p:nvPr>
        </p:nvSpPr>
        <p:spPr/>
        <p:txBody>
          <a:bodyPr>
            <a:noAutofit/>
          </a:bodyPr>
          <a:lstStyle/>
          <a:p>
            <a:r>
              <a:rPr lang="en-US" i="1">
                <a:latin typeface="Aptos" panose="020B0004020202020204" pitchFamily="34" charset="0"/>
              </a:rPr>
              <a:t>KẾT QUẢ VÀ THẢO LUẬN</a:t>
            </a:r>
            <a:endParaRPr lang="en-VN" i="1">
              <a:latin typeface="Aptos" panose="020B0004020202020204" pitchFamily="34" charset="0"/>
            </a:endParaRPr>
          </a:p>
        </p:txBody>
      </p:sp>
      <p:sp>
        <p:nvSpPr>
          <p:cNvPr id="6" name="Content Placeholder 5">
            <a:extLst>
              <a:ext uri="{FF2B5EF4-FFF2-40B4-BE49-F238E27FC236}">
                <a16:creationId xmlns:a16="http://schemas.microsoft.com/office/drawing/2014/main" id="{A8400012-500F-B6BD-C3F1-43A7DA33CA98}"/>
              </a:ext>
            </a:extLst>
          </p:cNvPr>
          <p:cNvSpPr>
            <a:spLocks noGrp="1"/>
          </p:cNvSpPr>
          <p:nvPr>
            <p:ph sz="quarter" idx="13"/>
          </p:nvPr>
        </p:nvSpPr>
        <p:spPr/>
        <p:txBody>
          <a:bodyPr/>
          <a:lstStyle/>
          <a:p>
            <a:r>
              <a:rPr lang="en-US"/>
              <a:t>III.</a:t>
            </a:r>
            <a:endParaRPr lang="en-VN"/>
          </a:p>
        </p:txBody>
      </p:sp>
    </p:spTree>
    <p:extLst>
      <p:ext uri="{BB962C8B-B14F-4D97-AF65-F5344CB8AC3E}">
        <p14:creationId xmlns:p14="http://schemas.microsoft.com/office/powerpoint/2010/main" val="203369946"/>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F939A-E992-588D-C806-7A658F8444BE}"/>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B9A3B7E-1409-97E2-20E4-F2D66C2E15A1}"/>
              </a:ext>
            </a:extLst>
          </p:cNvPr>
          <p:cNvSpPr>
            <a:spLocks noGrp="1"/>
          </p:cNvSpPr>
          <p:nvPr>
            <p:ph type="sldNum" sz="quarter" idx="12"/>
          </p:nvPr>
        </p:nvSpPr>
        <p:spPr/>
        <p:txBody>
          <a:bodyPr/>
          <a:lstStyle/>
          <a:p>
            <a:fld id="{48F63A3B-78C7-47BE-AE5E-E10140E04643}" type="slidenum">
              <a:rPr lang="en-US" smtClean="0"/>
              <a:pPr/>
              <a:t>17</a:t>
            </a:fld>
            <a:endParaRPr lang="en-US"/>
          </a:p>
        </p:txBody>
      </p:sp>
      <p:sp>
        <p:nvSpPr>
          <p:cNvPr id="6" name="TextBox 5">
            <a:extLst>
              <a:ext uri="{FF2B5EF4-FFF2-40B4-BE49-F238E27FC236}">
                <a16:creationId xmlns:a16="http://schemas.microsoft.com/office/drawing/2014/main" id="{FA9E3E79-26D6-2505-1C78-2A3608DF6041}"/>
              </a:ext>
            </a:extLst>
          </p:cNvPr>
          <p:cNvSpPr txBox="1"/>
          <p:nvPr/>
        </p:nvSpPr>
        <p:spPr>
          <a:xfrm>
            <a:off x="478179" y="1115035"/>
            <a:ext cx="6191407" cy="632609"/>
          </a:xfrm>
          <a:prstGeom prst="rect">
            <a:avLst/>
          </a:prstGeom>
          <a:noFill/>
        </p:spPr>
        <p:txBody>
          <a:bodyPr wrap="square" rtlCol="0">
            <a:spAutoFit/>
          </a:bodyPr>
          <a:lstStyle/>
          <a:p>
            <a:pPr algn="l">
              <a:lnSpc>
                <a:spcPct val="130000"/>
              </a:lnSpc>
              <a:spcBef>
                <a:spcPts val="300"/>
              </a:spcBef>
              <a:spcAft>
                <a:spcPts val="300"/>
              </a:spcAft>
            </a:pPr>
            <a:r>
              <a:rPr lang="en-US" sz="3000" b="1">
                <a:solidFill>
                  <a:schemeClr val="accent4">
                    <a:lumMod val="75000"/>
                  </a:schemeClr>
                </a:solidFill>
                <a:latin typeface="+mj-lt"/>
              </a:rPr>
              <a:t>III. Kết quả và thảo luận</a:t>
            </a:r>
          </a:p>
        </p:txBody>
      </p:sp>
      <p:sp>
        <p:nvSpPr>
          <p:cNvPr id="3" name="Content Placeholder 6">
            <a:extLst>
              <a:ext uri="{FF2B5EF4-FFF2-40B4-BE49-F238E27FC236}">
                <a16:creationId xmlns:a16="http://schemas.microsoft.com/office/drawing/2014/main" id="{46ADC121-3568-6410-E09C-32AD1235AE57}"/>
              </a:ext>
            </a:extLst>
          </p:cNvPr>
          <p:cNvSpPr txBox="1">
            <a:spLocks/>
          </p:cNvSpPr>
          <p:nvPr/>
        </p:nvSpPr>
        <p:spPr>
          <a:xfrm>
            <a:off x="752167" y="1786157"/>
            <a:ext cx="9783097" cy="448360"/>
          </a:xfrm>
          <a:prstGeom prst="rect">
            <a:avLst/>
          </a:prstGeom>
        </p:spPr>
        <p:txBody>
          <a:bodyPr vert="horz" lIns="91440" tIns="45720" rIns="91440" bIns="45720" rtlCol="0" anchor="t">
            <a:noAutofit/>
          </a:bodyPr>
          <a:lstStyle>
            <a:lvl1pPr marL="228600" indent="-228600" algn="l" defTabSz="914400" rtl="0" eaLnBrk="1" latinLnBrk="0" hangingPunct="1">
              <a:lnSpc>
                <a:spcPct val="130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30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30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mj-lt"/>
              </a:rPr>
              <a:t>1. Kế hoạch kiểm thử</a:t>
            </a:r>
            <a:endParaRPr lang="en-US" sz="2000" b="1" err="1">
              <a:latin typeface="+mj-lt"/>
            </a:endParaRPr>
          </a:p>
        </p:txBody>
      </p:sp>
      <p:pic>
        <p:nvPicPr>
          <p:cNvPr id="4" name="Picture 3">
            <a:extLst>
              <a:ext uri="{FF2B5EF4-FFF2-40B4-BE49-F238E27FC236}">
                <a16:creationId xmlns:a16="http://schemas.microsoft.com/office/drawing/2014/main" id="{3209F578-BE99-703E-8683-1225B1A2D8E9}"/>
              </a:ext>
            </a:extLst>
          </p:cNvPr>
          <p:cNvPicPr>
            <a:picLocks noChangeAspect="1"/>
          </p:cNvPicPr>
          <p:nvPr/>
        </p:nvPicPr>
        <p:blipFill>
          <a:blip r:embed="rId3"/>
          <a:srcRect r="152"/>
          <a:stretch>
            <a:fillRect/>
          </a:stretch>
        </p:blipFill>
        <p:spPr>
          <a:xfrm>
            <a:off x="2858125" y="2419008"/>
            <a:ext cx="6475750" cy="3937342"/>
          </a:xfrm>
          <a:prstGeom prst="rect">
            <a:avLst/>
          </a:prstGeom>
        </p:spPr>
      </p:pic>
    </p:spTree>
    <p:extLst>
      <p:ext uri="{BB962C8B-B14F-4D97-AF65-F5344CB8AC3E}">
        <p14:creationId xmlns:p14="http://schemas.microsoft.com/office/powerpoint/2010/main" val="1581113401"/>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A711F-9B3E-BA56-8295-D19AF334F8F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9AEE68-17C0-124D-1FC7-DB75903E5480}"/>
              </a:ext>
            </a:extLst>
          </p:cNvPr>
          <p:cNvSpPr>
            <a:spLocks noGrp="1"/>
          </p:cNvSpPr>
          <p:nvPr>
            <p:ph type="sldNum" sz="quarter" idx="12"/>
          </p:nvPr>
        </p:nvSpPr>
        <p:spPr/>
        <p:txBody>
          <a:bodyPr/>
          <a:lstStyle/>
          <a:p>
            <a:fld id="{48F63A3B-78C7-47BE-AE5E-E10140E04643}" type="slidenum">
              <a:rPr lang="en-US" smtClean="0"/>
              <a:pPr/>
              <a:t>18</a:t>
            </a:fld>
            <a:endParaRPr lang="en-US"/>
          </a:p>
        </p:txBody>
      </p:sp>
      <p:sp>
        <p:nvSpPr>
          <p:cNvPr id="6" name="TextBox 5">
            <a:extLst>
              <a:ext uri="{FF2B5EF4-FFF2-40B4-BE49-F238E27FC236}">
                <a16:creationId xmlns:a16="http://schemas.microsoft.com/office/drawing/2014/main" id="{50414AE2-24E5-6E03-979F-6F874B04E6B7}"/>
              </a:ext>
            </a:extLst>
          </p:cNvPr>
          <p:cNvSpPr txBox="1"/>
          <p:nvPr/>
        </p:nvSpPr>
        <p:spPr>
          <a:xfrm>
            <a:off x="478179" y="1115035"/>
            <a:ext cx="6191407" cy="632609"/>
          </a:xfrm>
          <a:prstGeom prst="rect">
            <a:avLst/>
          </a:prstGeom>
          <a:noFill/>
        </p:spPr>
        <p:txBody>
          <a:bodyPr wrap="square" rtlCol="0">
            <a:spAutoFit/>
          </a:bodyPr>
          <a:lstStyle/>
          <a:p>
            <a:pPr algn="l">
              <a:lnSpc>
                <a:spcPct val="130000"/>
              </a:lnSpc>
              <a:spcBef>
                <a:spcPts val="300"/>
              </a:spcBef>
              <a:spcAft>
                <a:spcPts val="300"/>
              </a:spcAft>
            </a:pPr>
            <a:r>
              <a:rPr lang="en-US" sz="3000" b="1">
                <a:solidFill>
                  <a:schemeClr val="accent4">
                    <a:lumMod val="75000"/>
                  </a:schemeClr>
                </a:solidFill>
                <a:latin typeface="+mj-lt"/>
              </a:rPr>
              <a:t>III. Kết quả và thảo luận</a:t>
            </a:r>
          </a:p>
        </p:txBody>
      </p:sp>
      <p:sp>
        <p:nvSpPr>
          <p:cNvPr id="3" name="Content Placeholder 6">
            <a:extLst>
              <a:ext uri="{FF2B5EF4-FFF2-40B4-BE49-F238E27FC236}">
                <a16:creationId xmlns:a16="http://schemas.microsoft.com/office/drawing/2014/main" id="{3564B76D-55BB-4500-A0EF-F86A75251A12}"/>
              </a:ext>
            </a:extLst>
          </p:cNvPr>
          <p:cNvSpPr txBox="1">
            <a:spLocks/>
          </p:cNvSpPr>
          <p:nvPr/>
        </p:nvSpPr>
        <p:spPr>
          <a:xfrm>
            <a:off x="752167" y="1786157"/>
            <a:ext cx="9783097" cy="448360"/>
          </a:xfrm>
          <a:prstGeom prst="rect">
            <a:avLst/>
          </a:prstGeom>
        </p:spPr>
        <p:txBody>
          <a:bodyPr vert="horz" lIns="91440" tIns="45720" rIns="91440" bIns="45720" rtlCol="0" anchor="t">
            <a:noAutofit/>
          </a:bodyPr>
          <a:lstStyle>
            <a:lvl1pPr marL="228600" indent="-228600" algn="l" defTabSz="914400" rtl="0" eaLnBrk="1" latinLnBrk="0" hangingPunct="1">
              <a:lnSpc>
                <a:spcPct val="130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30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30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mj-lt"/>
              </a:rPr>
              <a:t>1. Kế hoạch kiểm thử</a:t>
            </a:r>
            <a:endParaRPr lang="en-US" sz="2000" b="1" err="1">
              <a:latin typeface="+mj-lt"/>
            </a:endParaRPr>
          </a:p>
        </p:txBody>
      </p:sp>
      <p:pic>
        <p:nvPicPr>
          <p:cNvPr id="2" name="Picture 1">
            <a:extLst>
              <a:ext uri="{FF2B5EF4-FFF2-40B4-BE49-F238E27FC236}">
                <a16:creationId xmlns:a16="http://schemas.microsoft.com/office/drawing/2014/main" id="{A64D47F3-5D3A-EC95-3FD4-2C138E163054}"/>
              </a:ext>
            </a:extLst>
          </p:cNvPr>
          <p:cNvPicPr>
            <a:picLocks noChangeAspect="1"/>
          </p:cNvPicPr>
          <p:nvPr/>
        </p:nvPicPr>
        <p:blipFill>
          <a:blip r:embed="rId3"/>
          <a:srcRect r="-151"/>
          <a:stretch>
            <a:fillRect/>
          </a:stretch>
        </p:blipFill>
        <p:spPr>
          <a:xfrm>
            <a:off x="2967088" y="2317750"/>
            <a:ext cx="6257824" cy="4038600"/>
          </a:xfrm>
          <a:prstGeom prst="rect">
            <a:avLst/>
          </a:prstGeom>
        </p:spPr>
      </p:pic>
    </p:spTree>
    <p:extLst>
      <p:ext uri="{BB962C8B-B14F-4D97-AF65-F5344CB8AC3E}">
        <p14:creationId xmlns:p14="http://schemas.microsoft.com/office/powerpoint/2010/main" val="1178147860"/>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C87C8-DC4B-D3D1-8EAD-7F7E1A8AC52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9D7E475-379D-58AF-1E13-BD81EE908C07}"/>
              </a:ext>
            </a:extLst>
          </p:cNvPr>
          <p:cNvSpPr>
            <a:spLocks noGrp="1"/>
          </p:cNvSpPr>
          <p:nvPr>
            <p:ph type="sldNum" sz="quarter" idx="12"/>
          </p:nvPr>
        </p:nvSpPr>
        <p:spPr/>
        <p:txBody>
          <a:bodyPr/>
          <a:lstStyle/>
          <a:p>
            <a:fld id="{48F63A3B-78C7-47BE-AE5E-E10140E04643}" type="slidenum">
              <a:rPr lang="en-US" smtClean="0"/>
              <a:pPr/>
              <a:t>19</a:t>
            </a:fld>
            <a:endParaRPr lang="en-US"/>
          </a:p>
        </p:txBody>
      </p:sp>
      <p:sp>
        <p:nvSpPr>
          <p:cNvPr id="6" name="TextBox 5">
            <a:extLst>
              <a:ext uri="{FF2B5EF4-FFF2-40B4-BE49-F238E27FC236}">
                <a16:creationId xmlns:a16="http://schemas.microsoft.com/office/drawing/2014/main" id="{4A0EC928-5308-9329-B1EB-EAEA8E755CA1}"/>
              </a:ext>
            </a:extLst>
          </p:cNvPr>
          <p:cNvSpPr txBox="1"/>
          <p:nvPr/>
        </p:nvSpPr>
        <p:spPr>
          <a:xfrm>
            <a:off x="478179" y="1115035"/>
            <a:ext cx="6191407" cy="632609"/>
          </a:xfrm>
          <a:prstGeom prst="rect">
            <a:avLst/>
          </a:prstGeom>
          <a:noFill/>
        </p:spPr>
        <p:txBody>
          <a:bodyPr wrap="square" rtlCol="0">
            <a:spAutoFit/>
          </a:bodyPr>
          <a:lstStyle/>
          <a:p>
            <a:pPr algn="l">
              <a:lnSpc>
                <a:spcPct val="130000"/>
              </a:lnSpc>
              <a:spcBef>
                <a:spcPts val="300"/>
              </a:spcBef>
              <a:spcAft>
                <a:spcPts val="300"/>
              </a:spcAft>
            </a:pPr>
            <a:r>
              <a:rPr lang="en-US" sz="3000" b="1">
                <a:solidFill>
                  <a:schemeClr val="accent4">
                    <a:lumMod val="75000"/>
                  </a:schemeClr>
                </a:solidFill>
                <a:latin typeface="+mj-lt"/>
              </a:rPr>
              <a:t>III. Kết quả và thảo luận</a:t>
            </a:r>
          </a:p>
        </p:txBody>
      </p:sp>
      <p:sp>
        <p:nvSpPr>
          <p:cNvPr id="3" name="Content Placeholder 6">
            <a:extLst>
              <a:ext uri="{FF2B5EF4-FFF2-40B4-BE49-F238E27FC236}">
                <a16:creationId xmlns:a16="http://schemas.microsoft.com/office/drawing/2014/main" id="{71C86CCD-7EEC-24D7-21F8-9595E2C057FD}"/>
              </a:ext>
            </a:extLst>
          </p:cNvPr>
          <p:cNvSpPr txBox="1">
            <a:spLocks/>
          </p:cNvSpPr>
          <p:nvPr/>
        </p:nvSpPr>
        <p:spPr>
          <a:xfrm>
            <a:off x="752167" y="1786157"/>
            <a:ext cx="9783097" cy="448360"/>
          </a:xfrm>
          <a:prstGeom prst="rect">
            <a:avLst/>
          </a:prstGeom>
        </p:spPr>
        <p:txBody>
          <a:bodyPr vert="horz" lIns="91440" tIns="45720" rIns="91440" bIns="45720" rtlCol="0" anchor="t">
            <a:noAutofit/>
          </a:bodyPr>
          <a:lstStyle>
            <a:lvl1pPr marL="228600" indent="-228600" algn="l" defTabSz="914400" rtl="0" eaLnBrk="1" latinLnBrk="0" hangingPunct="1">
              <a:lnSpc>
                <a:spcPct val="130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30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30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mj-lt"/>
              </a:rPr>
              <a:t>2. Kết quả kiểm thử</a:t>
            </a:r>
            <a:endParaRPr lang="en-US" sz="2000" b="1" err="1">
              <a:latin typeface="+mj-lt"/>
            </a:endParaRPr>
          </a:p>
        </p:txBody>
      </p:sp>
      <p:pic>
        <p:nvPicPr>
          <p:cNvPr id="4" name="Picture 3">
            <a:extLst>
              <a:ext uri="{FF2B5EF4-FFF2-40B4-BE49-F238E27FC236}">
                <a16:creationId xmlns:a16="http://schemas.microsoft.com/office/drawing/2014/main" id="{F34EFF36-5207-0505-DB69-6361FEF9FAE1}"/>
              </a:ext>
            </a:extLst>
          </p:cNvPr>
          <p:cNvPicPr>
            <a:picLocks noChangeAspect="1"/>
          </p:cNvPicPr>
          <p:nvPr/>
        </p:nvPicPr>
        <p:blipFill>
          <a:blip r:embed="rId3"/>
          <a:stretch>
            <a:fillRect/>
          </a:stretch>
        </p:blipFill>
        <p:spPr>
          <a:xfrm>
            <a:off x="6292646" y="1065339"/>
            <a:ext cx="4326944" cy="5656136"/>
          </a:xfrm>
          <a:prstGeom prst="rect">
            <a:avLst/>
          </a:prstGeom>
        </p:spPr>
      </p:pic>
    </p:spTree>
    <p:extLst>
      <p:ext uri="{BB962C8B-B14F-4D97-AF65-F5344CB8AC3E}">
        <p14:creationId xmlns:p14="http://schemas.microsoft.com/office/powerpoint/2010/main" val="2519506143"/>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DBF3C-B7EC-F761-4FC9-FF4CCA1375F7}"/>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68889C0-9B9B-4EE4-3EEF-27AE1CF512BD}"/>
              </a:ext>
            </a:extLst>
          </p:cNvPr>
          <p:cNvSpPr>
            <a:spLocks noGrp="1"/>
          </p:cNvSpPr>
          <p:nvPr>
            <p:ph type="sldNum" sz="quarter" idx="12"/>
          </p:nvPr>
        </p:nvSpPr>
        <p:spPr/>
        <p:txBody>
          <a:bodyPr/>
          <a:lstStyle/>
          <a:p>
            <a:fld id="{48F63A3B-78C7-47BE-AE5E-E10140E04643}" type="slidenum">
              <a:rPr lang="en-US" smtClean="0"/>
              <a:pPr/>
              <a:t>20</a:t>
            </a:fld>
            <a:endParaRPr lang="en-US"/>
          </a:p>
        </p:txBody>
      </p:sp>
      <p:sp>
        <p:nvSpPr>
          <p:cNvPr id="6" name="TextBox 5">
            <a:extLst>
              <a:ext uri="{FF2B5EF4-FFF2-40B4-BE49-F238E27FC236}">
                <a16:creationId xmlns:a16="http://schemas.microsoft.com/office/drawing/2014/main" id="{629451B6-EE7B-9791-8656-19405C530FE3}"/>
              </a:ext>
            </a:extLst>
          </p:cNvPr>
          <p:cNvSpPr txBox="1"/>
          <p:nvPr/>
        </p:nvSpPr>
        <p:spPr>
          <a:xfrm>
            <a:off x="478179" y="1115035"/>
            <a:ext cx="6191407" cy="632609"/>
          </a:xfrm>
          <a:prstGeom prst="rect">
            <a:avLst/>
          </a:prstGeom>
          <a:noFill/>
        </p:spPr>
        <p:txBody>
          <a:bodyPr wrap="square" rtlCol="0">
            <a:spAutoFit/>
          </a:bodyPr>
          <a:lstStyle/>
          <a:p>
            <a:pPr algn="l">
              <a:lnSpc>
                <a:spcPct val="130000"/>
              </a:lnSpc>
              <a:spcBef>
                <a:spcPts val="300"/>
              </a:spcBef>
              <a:spcAft>
                <a:spcPts val="300"/>
              </a:spcAft>
            </a:pPr>
            <a:r>
              <a:rPr lang="en-US" sz="3000" b="1">
                <a:solidFill>
                  <a:schemeClr val="accent4">
                    <a:lumMod val="75000"/>
                  </a:schemeClr>
                </a:solidFill>
                <a:latin typeface="+mj-lt"/>
              </a:rPr>
              <a:t>III. Kết quả và thảo luận</a:t>
            </a:r>
          </a:p>
        </p:txBody>
      </p:sp>
      <p:sp>
        <p:nvSpPr>
          <p:cNvPr id="3" name="Content Placeholder 6">
            <a:extLst>
              <a:ext uri="{FF2B5EF4-FFF2-40B4-BE49-F238E27FC236}">
                <a16:creationId xmlns:a16="http://schemas.microsoft.com/office/drawing/2014/main" id="{9D5FA352-07B7-E27A-9155-86B41BB97490}"/>
              </a:ext>
            </a:extLst>
          </p:cNvPr>
          <p:cNvSpPr txBox="1">
            <a:spLocks/>
          </p:cNvSpPr>
          <p:nvPr/>
        </p:nvSpPr>
        <p:spPr>
          <a:xfrm>
            <a:off x="752167" y="1786157"/>
            <a:ext cx="9783097" cy="448360"/>
          </a:xfrm>
          <a:prstGeom prst="rect">
            <a:avLst/>
          </a:prstGeom>
        </p:spPr>
        <p:txBody>
          <a:bodyPr vert="horz" lIns="91440" tIns="45720" rIns="91440" bIns="45720" rtlCol="0" anchor="t">
            <a:noAutofit/>
          </a:bodyPr>
          <a:lstStyle>
            <a:lvl1pPr marL="228600" indent="-228600" algn="l" defTabSz="914400" rtl="0" eaLnBrk="1" latinLnBrk="0" hangingPunct="1">
              <a:lnSpc>
                <a:spcPct val="130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30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30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mj-lt"/>
              </a:rPr>
              <a:t>3. Thông số về tài nguyên</a:t>
            </a:r>
            <a:endParaRPr lang="en-US" sz="2000" b="1" err="1">
              <a:latin typeface="+mj-lt"/>
            </a:endParaRPr>
          </a:p>
        </p:txBody>
      </p:sp>
      <p:pic>
        <p:nvPicPr>
          <p:cNvPr id="2050" name="Picture 2" descr="A screenshot of a computer&#10;&#10;AI-generated content may be incorrect.">
            <a:extLst>
              <a:ext uri="{FF2B5EF4-FFF2-40B4-BE49-F238E27FC236}">
                <a16:creationId xmlns:a16="http://schemas.microsoft.com/office/drawing/2014/main" id="{F9D9F57C-482D-83AF-B4E9-716FAB9D2D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35742"/>
            <a:ext cx="12192000" cy="1550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3747131"/>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FDEB68C-D24C-756A-656B-E279B04512F8}"/>
              </a:ext>
            </a:extLst>
          </p:cNvPr>
          <p:cNvSpPr>
            <a:spLocks noGrp="1"/>
          </p:cNvSpPr>
          <p:nvPr>
            <p:ph type="ftr" sz="quarter" idx="11"/>
          </p:nvPr>
        </p:nvSpPr>
        <p:spPr/>
        <p:txBody>
          <a:bodyPr/>
          <a:lstStyle/>
          <a:p>
            <a:r>
              <a:rPr lang="en-US"/>
              <a:t>Copyrights 2024 CE-UIT. All Rights Reserved.</a:t>
            </a:r>
          </a:p>
        </p:txBody>
      </p:sp>
      <p:sp>
        <p:nvSpPr>
          <p:cNvPr id="5" name="Slide Number Placeholder 4">
            <a:extLst>
              <a:ext uri="{FF2B5EF4-FFF2-40B4-BE49-F238E27FC236}">
                <a16:creationId xmlns:a16="http://schemas.microsoft.com/office/drawing/2014/main" id="{32B8DB54-97D0-1EDA-D482-702C51D5FD45}"/>
              </a:ext>
            </a:extLst>
          </p:cNvPr>
          <p:cNvSpPr>
            <a:spLocks noGrp="1"/>
          </p:cNvSpPr>
          <p:nvPr>
            <p:ph type="sldNum" sz="quarter" idx="12"/>
          </p:nvPr>
        </p:nvSpPr>
        <p:spPr/>
        <p:txBody>
          <a:bodyPr/>
          <a:lstStyle/>
          <a:p>
            <a:fld id="{48F63A3B-78C7-47BE-AE5E-E10140E04643}" type="slidenum">
              <a:rPr lang="en-US" smtClean="0"/>
              <a:pPr/>
              <a:t>21</a:t>
            </a:fld>
            <a:endParaRPr lang="en-US"/>
          </a:p>
        </p:txBody>
      </p:sp>
      <p:graphicFrame>
        <p:nvGraphicFramePr>
          <p:cNvPr id="8" name="Table 7">
            <a:extLst>
              <a:ext uri="{FF2B5EF4-FFF2-40B4-BE49-F238E27FC236}">
                <a16:creationId xmlns:a16="http://schemas.microsoft.com/office/drawing/2014/main" id="{9EF78A75-98CF-DAD6-7006-80E9CF2C82FB}"/>
              </a:ext>
            </a:extLst>
          </p:cNvPr>
          <p:cNvGraphicFramePr>
            <a:graphicFrameLocks noGrp="1"/>
          </p:cNvGraphicFramePr>
          <p:nvPr>
            <p:extLst>
              <p:ext uri="{D42A27DB-BD31-4B8C-83A1-F6EECF244321}">
                <p14:modId xmlns:p14="http://schemas.microsoft.com/office/powerpoint/2010/main" val="3155073141"/>
              </p:ext>
            </p:extLst>
          </p:nvPr>
        </p:nvGraphicFramePr>
        <p:xfrm>
          <a:off x="605118" y="2688067"/>
          <a:ext cx="11049000" cy="3002280"/>
        </p:xfrm>
        <a:graphic>
          <a:graphicData uri="http://schemas.openxmlformats.org/drawingml/2006/table">
            <a:tbl>
              <a:tblPr bandRow="1">
                <a:tableStyleId>{69C7853C-536D-4A76-A0AE-DD22124D55A5}</a:tableStyleId>
              </a:tblPr>
              <a:tblGrid>
                <a:gridCol w="3683000">
                  <a:extLst>
                    <a:ext uri="{9D8B030D-6E8A-4147-A177-3AD203B41FA5}">
                      <a16:colId xmlns:a16="http://schemas.microsoft.com/office/drawing/2014/main" val="2109384793"/>
                    </a:ext>
                  </a:extLst>
                </a:gridCol>
                <a:gridCol w="3683000">
                  <a:extLst>
                    <a:ext uri="{9D8B030D-6E8A-4147-A177-3AD203B41FA5}">
                      <a16:colId xmlns:a16="http://schemas.microsoft.com/office/drawing/2014/main" val="1750790553"/>
                    </a:ext>
                  </a:extLst>
                </a:gridCol>
                <a:gridCol w="3683000">
                  <a:extLst>
                    <a:ext uri="{9D8B030D-6E8A-4147-A177-3AD203B41FA5}">
                      <a16:colId xmlns:a16="http://schemas.microsoft.com/office/drawing/2014/main" val="4012558570"/>
                    </a:ext>
                  </a:extLst>
                </a:gridCol>
              </a:tblGrid>
              <a:tr h="0">
                <a:tc>
                  <a:txBody>
                    <a:bodyPr/>
                    <a:lstStyle/>
                    <a:p>
                      <a:pPr marL="0" marR="0" algn="l">
                        <a:buNone/>
                      </a:pPr>
                      <a:r>
                        <a:rPr lang="en-US" sz="1800" b="1">
                          <a:solidFill>
                            <a:schemeClr val="tx1"/>
                          </a:solidFill>
                          <a:effectLst/>
                          <a:latin typeface="+mj-lt"/>
                        </a:rPr>
                        <a:t>Thông số Timing</a:t>
                      </a:r>
                      <a:endParaRPr lang="en-US" sz="1800" b="1" i="0">
                        <a:solidFill>
                          <a:schemeClr val="tx1"/>
                        </a:solidFill>
                        <a:effectLst/>
                        <a:latin typeface="+mj-lt"/>
                      </a:endParaRPr>
                    </a:p>
                  </a:txBody>
                  <a:tcPr marL="190500" marR="190500" marT="190500" marB="190500" anchor="ctr"/>
                </a:tc>
                <a:tc>
                  <a:txBody>
                    <a:bodyPr/>
                    <a:lstStyle/>
                    <a:p>
                      <a:pPr marL="0" marR="0" algn="l">
                        <a:buNone/>
                      </a:pPr>
                      <a:r>
                        <a:rPr lang="en-US" sz="1800" b="1">
                          <a:solidFill>
                            <a:schemeClr val="tx1"/>
                          </a:solidFill>
                          <a:effectLst/>
                          <a:latin typeface="+mj-lt"/>
                        </a:rPr>
                        <a:t>Giá trị Đạt được</a:t>
                      </a:r>
                      <a:endParaRPr lang="en-US" sz="1800" b="1" i="0">
                        <a:solidFill>
                          <a:schemeClr val="tx1"/>
                        </a:solidFill>
                        <a:effectLst/>
                        <a:latin typeface="+mj-lt"/>
                      </a:endParaRPr>
                    </a:p>
                  </a:txBody>
                  <a:tcPr marL="190500" marR="190500" marT="190500" marB="190500" anchor="ctr"/>
                </a:tc>
                <a:tc>
                  <a:txBody>
                    <a:bodyPr/>
                    <a:lstStyle/>
                    <a:p>
                      <a:pPr marL="0" marR="0" algn="l">
                        <a:buNone/>
                      </a:pPr>
                      <a:r>
                        <a:rPr lang="en-US" sz="1800" b="1">
                          <a:solidFill>
                            <a:schemeClr val="tx1"/>
                          </a:solidFill>
                          <a:effectLst/>
                          <a:latin typeface="+mj-lt"/>
                        </a:rPr>
                        <a:t>Yêu cầu Hệ thống</a:t>
                      </a:r>
                      <a:endParaRPr lang="en-US" sz="1800" b="1" i="0">
                        <a:solidFill>
                          <a:schemeClr val="tx1"/>
                        </a:solidFill>
                        <a:effectLst/>
                        <a:latin typeface="+mj-lt"/>
                      </a:endParaRPr>
                    </a:p>
                  </a:txBody>
                  <a:tcPr marL="190500" marR="190500" marT="190500" marB="190500" anchor="ctr"/>
                </a:tc>
                <a:extLst>
                  <a:ext uri="{0D108BD9-81ED-4DB2-BD59-A6C34878D82A}">
                    <a16:rowId xmlns:a16="http://schemas.microsoft.com/office/drawing/2014/main" val="1069137566"/>
                  </a:ext>
                </a:extLst>
              </a:tr>
              <a:tr h="0">
                <a:tc>
                  <a:txBody>
                    <a:bodyPr/>
                    <a:lstStyle/>
                    <a:p>
                      <a:pPr marL="0" marR="0" algn="l">
                        <a:buNone/>
                      </a:pPr>
                      <a:r>
                        <a:rPr lang="en-US" sz="1600" b="0">
                          <a:solidFill>
                            <a:srgbClr val="000000"/>
                          </a:solidFill>
                          <a:effectLst/>
                          <a:latin typeface="+mj-lt"/>
                        </a:rPr>
                        <a:t>Tần số hoạt động tối đa (Fmax)</a:t>
                      </a:r>
                      <a:endParaRPr lang="en-US" sz="1600" b="0" i="0">
                        <a:solidFill>
                          <a:srgbClr val="000000"/>
                        </a:solidFill>
                        <a:effectLst/>
                        <a:latin typeface="+mj-lt"/>
                      </a:endParaRPr>
                    </a:p>
                  </a:txBody>
                  <a:tcPr marL="190500" marR="190500" marT="171450" marB="171450" anchor="ctr"/>
                </a:tc>
                <a:tc>
                  <a:txBody>
                    <a:bodyPr/>
                    <a:lstStyle/>
                    <a:p>
                      <a:pPr marL="0" marR="0" algn="l" defTabSz="914400" rtl="0" eaLnBrk="1" latinLnBrk="0" hangingPunct="1">
                        <a:buNone/>
                      </a:pPr>
                      <a:r>
                        <a:rPr lang="vi-VN" sz="1600" b="0" kern="1200" dirty="0">
                          <a:solidFill>
                            <a:srgbClr val="000000"/>
                          </a:solidFill>
                          <a:effectLst/>
                          <a:latin typeface="+mj-lt"/>
                        </a:rPr>
                        <a:t>134.7</a:t>
                      </a:r>
                      <a:r>
                        <a:rPr lang="en-US" sz="1600" b="0" kern="1200" dirty="0">
                          <a:solidFill>
                            <a:srgbClr val="000000"/>
                          </a:solidFill>
                          <a:effectLst/>
                          <a:latin typeface="+mj-lt"/>
                        </a:rPr>
                        <a:t> MHz</a:t>
                      </a:r>
                      <a:endParaRPr lang="en-US" sz="1600" b="0" i="0" kern="1200" dirty="0">
                        <a:solidFill>
                          <a:srgbClr val="000000"/>
                        </a:solidFill>
                        <a:effectLst/>
                        <a:latin typeface="+mj-lt"/>
                        <a:ea typeface="+mn-ea"/>
                        <a:cs typeface="+mn-cs"/>
                      </a:endParaRPr>
                    </a:p>
                  </a:txBody>
                  <a:tcPr marL="190500" marR="190500" marT="171450" marB="171450" anchor="ctr"/>
                </a:tc>
                <a:tc>
                  <a:txBody>
                    <a:bodyPr/>
                    <a:lstStyle/>
                    <a:p>
                      <a:pPr marL="0" marR="0" algn="l">
                        <a:buNone/>
                      </a:pPr>
                      <a:r>
                        <a:rPr lang="en-US" sz="1600" b="0">
                          <a:solidFill>
                            <a:srgbClr val="000000"/>
                          </a:solidFill>
                          <a:effectLst/>
                          <a:latin typeface="+mj-lt"/>
                        </a:rPr>
                        <a:t>50.00 MHz</a:t>
                      </a:r>
                      <a:endParaRPr lang="en-US" sz="1600" b="0" i="0">
                        <a:solidFill>
                          <a:srgbClr val="000000"/>
                        </a:solidFill>
                        <a:effectLst/>
                        <a:latin typeface="+mj-lt"/>
                      </a:endParaRPr>
                    </a:p>
                  </a:txBody>
                  <a:tcPr marL="190500" marR="190500" marT="171450" marB="171450" anchor="ctr"/>
                </a:tc>
                <a:extLst>
                  <a:ext uri="{0D108BD9-81ED-4DB2-BD59-A6C34878D82A}">
                    <a16:rowId xmlns:a16="http://schemas.microsoft.com/office/drawing/2014/main" val="4206788086"/>
                  </a:ext>
                </a:extLst>
              </a:tr>
              <a:tr h="0">
                <a:tc>
                  <a:txBody>
                    <a:bodyPr/>
                    <a:lstStyle/>
                    <a:p>
                      <a:pPr marL="0" marR="0" algn="l">
                        <a:buNone/>
                      </a:pPr>
                      <a:r>
                        <a:rPr lang="en-US" sz="1600" b="0">
                          <a:solidFill>
                            <a:srgbClr val="000000"/>
                          </a:solidFill>
                          <a:effectLst/>
                          <a:latin typeface="+mj-lt"/>
                        </a:rPr>
                        <a:t>Chu kỳ trễ (Latency)</a:t>
                      </a:r>
                      <a:endParaRPr lang="en-US" sz="1600" b="0" i="0">
                        <a:solidFill>
                          <a:srgbClr val="000000"/>
                        </a:solidFill>
                        <a:effectLst/>
                        <a:latin typeface="+mj-lt"/>
                      </a:endParaRPr>
                    </a:p>
                  </a:txBody>
                  <a:tcPr marL="190500" marR="190500" marT="171450" marB="171450" anchor="ctr"/>
                </a:tc>
                <a:tc>
                  <a:txBody>
                    <a:bodyPr/>
                    <a:lstStyle/>
                    <a:p>
                      <a:pPr marL="0" marR="0" algn="l">
                        <a:buNone/>
                      </a:pPr>
                      <a:r>
                        <a:rPr lang="en-US" sz="1600" b="0">
                          <a:solidFill>
                            <a:srgbClr val="000000"/>
                          </a:solidFill>
                          <a:effectLst/>
                          <a:latin typeface="+mj-lt"/>
                        </a:rPr>
                        <a:t>1 Cycle (S_CHECK)</a:t>
                      </a:r>
                      <a:endParaRPr lang="en-US" sz="1600" b="0" i="0">
                        <a:solidFill>
                          <a:srgbClr val="000000"/>
                        </a:solidFill>
                        <a:effectLst/>
                        <a:latin typeface="+mj-lt"/>
                      </a:endParaRPr>
                    </a:p>
                  </a:txBody>
                  <a:tcPr marL="190500" marR="190500" marT="171450" marB="171450" anchor="ctr"/>
                </a:tc>
                <a:tc>
                  <a:txBody>
                    <a:bodyPr/>
                    <a:lstStyle/>
                    <a:p>
                      <a:pPr marL="0" marR="0" algn="l">
                        <a:buNone/>
                      </a:pPr>
                      <a:r>
                        <a:rPr lang="en-US" sz="1600" b="0">
                          <a:solidFill>
                            <a:srgbClr val="000000"/>
                          </a:solidFill>
                          <a:effectLst/>
                          <a:latin typeface="+mj-lt"/>
                        </a:rPr>
                        <a:t>&lt; 5 Cycles</a:t>
                      </a:r>
                      <a:endParaRPr lang="en-US" sz="1600" b="0" i="0">
                        <a:solidFill>
                          <a:srgbClr val="000000"/>
                        </a:solidFill>
                        <a:effectLst/>
                        <a:latin typeface="+mj-lt"/>
                      </a:endParaRPr>
                    </a:p>
                  </a:txBody>
                  <a:tcPr marL="190500" marR="190500" marT="171450" marB="171450" anchor="ctr"/>
                </a:tc>
                <a:extLst>
                  <a:ext uri="{0D108BD9-81ED-4DB2-BD59-A6C34878D82A}">
                    <a16:rowId xmlns:a16="http://schemas.microsoft.com/office/drawing/2014/main" val="1389834711"/>
                  </a:ext>
                </a:extLst>
              </a:tr>
              <a:tr h="0">
                <a:tc>
                  <a:txBody>
                    <a:bodyPr/>
                    <a:lstStyle/>
                    <a:p>
                      <a:pPr marL="0" marR="0" algn="l">
                        <a:buNone/>
                      </a:pPr>
                      <a:r>
                        <a:rPr lang="en-US" sz="1600" b="0">
                          <a:solidFill>
                            <a:srgbClr val="000000"/>
                          </a:solidFill>
                          <a:effectLst/>
                          <a:latin typeface="+mj-lt"/>
                        </a:rPr>
                        <a:t>Thời gian Timeout Lockout</a:t>
                      </a:r>
                      <a:endParaRPr lang="en-US" sz="1600" b="0" i="0">
                        <a:solidFill>
                          <a:srgbClr val="000000"/>
                        </a:solidFill>
                        <a:effectLst/>
                        <a:latin typeface="+mj-lt"/>
                      </a:endParaRPr>
                    </a:p>
                  </a:txBody>
                  <a:tcPr marL="190500" marR="190500" marT="171450" marB="171450" anchor="ctr"/>
                </a:tc>
                <a:tc>
                  <a:txBody>
                    <a:bodyPr/>
                    <a:lstStyle/>
                    <a:p>
                      <a:pPr marL="0" marR="0" algn="l">
                        <a:buNone/>
                      </a:pPr>
                      <a:r>
                        <a:rPr lang="en-US" sz="1600" b="0">
                          <a:solidFill>
                            <a:srgbClr val="000000"/>
                          </a:solidFill>
                          <a:effectLst/>
                          <a:latin typeface="+mj-lt"/>
                        </a:rPr>
                        <a:t>60 Giây</a:t>
                      </a:r>
                      <a:endParaRPr lang="en-US" sz="1600" b="0" i="0">
                        <a:solidFill>
                          <a:srgbClr val="000000"/>
                        </a:solidFill>
                        <a:effectLst/>
                        <a:latin typeface="+mj-lt"/>
                      </a:endParaRPr>
                    </a:p>
                  </a:txBody>
                  <a:tcPr marL="190500" marR="190500" marT="171450" marB="171450" anchor="ctr"/>
                </a:tc>
                <a:tc>
                  <a:txBody>
                    <a:bodyPr/>
                    <a:lstStyle/>
                    <a:p>
                      <a:pPr marL="0" marR="0" algn="l">
                        <a:buNone/>
                      </a:pPr>
                      <a:r>
                        <a:rPr lang="en-US" sz="1600" b="0">
                          <a:solidFill>
                            <a:srgbClr val="000000"/>
                          </a:solidFill>
                          <a:effectLst/>
                          <a:latin typeface="+mj-lt"/>
                        </a:rPr>
                        <a:t>60 Giây</a:t>
                      </a:r>
                      <a:endParaRPr lang="en-US" sz="1600" b="0" i="0">
                        <a:solidFill>
                          <a:srgbClr val="000000"/>
                        </a:solidFill>
                        <a:effectLst/>
                        <a:latin typeface="+mj-lt"/>
                      </a:endParaRPr>
                    </a:p>
                  </a:txBody>
                  <a:tcPr marL="190500" marR="190500" marT="171450" marB="171450" anchor="ctr"/>
                </a:tc>
                <a:extLst>
                  <a:ext uri="{0D108BD9-81ED-4DB2-BD59-A6C34878D82A}">
                    <a16:rowId xmlns:a16="http://schemas.microsoft.com/office/drawing/2014/main" val="1428788610"/>
                  </a:ext>
                </a:extLst>
              </a:tr>
              <a:tr h="0">
                <a:tc>
                  <a:txBody>
                    <a:bodyPr/>
                    <a:lstStyle/>
                    <a:p>
                      <a:pPr marL="0" marR="0" algn="l">
                        <a:buNone/>
                      </a:pPr>
                      <a:r>
                        <a:rPr lang="en-US" sz="1600" b="0">
                          <a:solidFill>
                            <a:srgbClr val="000000"/>
                          </a:solidFill>
                          <a:effectLst/>
                          <a:latin typeface="+mj-lt"/>
                        </a:rPr>
                        <a:t>Lỗi Timing (Slack)</a:t>
                      </a:r>
                      <a:endParaRPr lang="en-US" sz="1600" b="0" i="0">
                        <a:solidFill>
                          <a:srgbClr val="000000"/>
                        </a:solidFill>
                        <a:effectLst/>
                        <a:latin typeface="+mj-lt"/>
                      </a:endParaRPr>
                    </a:p>
                  </a:txBody>
                  <a:tcPr marL="190500" marR="190500" marT="171450" marB="171450" anchor="ctr"/>
                </a:tc>
                <a:tc>
                  <a:txBody>
                    <a:bodyPr/>
                    <a:lstStyle/>
                    <a:p>
                      <a:pPr marL="0" marR="0" algn="l">
                        <a:buNone/>
                      </a:pPr>
                      <a:r>
                        <a:rPr lang="en-US" sz="1600" b="0">
                          <a:solidFill>
                            <a:srgbClr val="000000"/>
                          </a:solidFill>
                          <a:effectLst/>
                          <a:latin typeface="+mj-lt"/>
                        </a:rPr>
                        <a:t>Không (PASS)</a:t>
                      </a:r>
                      <a:endParaRPr lang="en-US" sz="1600" b="0" i="0">
                        <a:solidFill>
                          <a:srgbClr val="000000"/>
                        </a:solidFill>
                        <a:effectLst/>
                        <a:latin typeface="+mj-lt"/>
                      </a:endParaRPr>
                    </a:p>
                  </a:txBody>
                  <a:tcPr marL="190500" marR="190500" marT="171450" marB="171450" anchor="ctr"/>
                </a:tc>
                <a:tc>
                  <a:txBody>
                    <a:bodyPr/>
                    <a:lstStyle/>
                    <a:p>
                      <a:pPr marL="0" marR="0" algn="l">
                        <a:buNone/>
                      </a:pPr>
                      <a:r>
                        <a:rPr lang="en-US" sz="1600" b="0" dirty="0">
                          <a:solidFill>
                            <a:srgbClr val="000000"/>
                          </a:solidFill>
                          <a:effectLst/>
                          <a:latin typeface="+mj-lt"/>
                        </a:rPr>
                        <a:t>Positive Slack</a:t>
                      </a:r>
                      <a:endParaRPr lang="en-US" sz="1600" b="0" i="0" dirty="0">
                        <a:solidFill>
                          <a:srgbClr val="000000"/>
                        </a:solidFill>
                        <a:effectLst/>
                        <a:latin typeface="+mj-lt"/>
                      </a:endParaRPr>
                    </a:p>
                  </a:txBody>
                  <a:tcPr marL="190500" marR="190500" marT="171450" marB="171450" anchor="ctr"/>
                </a:tc>
                <a:extLst>
                  <a:ext uri="{0D108BD9-81ED-4DB2-BD59-A6C34878D82A}">
                    <a16:rowId xmlns:a16="http://schemas.microsoft.com/office/drawing/2014/main" val="80448606"/>
                  </a:ext>
                </a:extLst>
              </a:tr>
            </a:tbl>
          </a:graphicData>
        </a:graphic>
      </p:graphicFrame>
      <p:sp>
        <p:nvSpPr>
          <p:cNvPr id="3" name="Content Placeholder 6">
            <a:extLst>
              <a:ext uri="{FF2B5EF4-FFF2-40B4-BE49-F238E27FC236}">
                <a16:creationId xmlns:a16="http://schemas.microsoft.com/office/drawing/2014/main" id="{7AF74EF5-FC3F-C5BC-CF66-80B334BD4722}"/>
              </a:ext>
            </a:extLst>
          </p:cNvPr>
          <p:cNvSpPr txBox="1">
            <a:spLocks/>
          </p:cNvSpPr>
          <p:nvPr/>
        </p:nvSpPr>
        <p:spPr>
          <a:xfrm>
            <a:off x="752167" y="1786157"/>
            <a:ext cx="9783097" cy="448360"/>
          </a:xfrm>
          <a:prstGeom prst="rect">
            <a:avLst/>
          </a:prstGeom>
        </p:spPr>
        <p:txBody>
          <a:bodyPr vert="horz" lIns="91440" tIns="45720" rIns="91440" bIns="45720" rtlCol="0" anchor="t">
            <a:noAutofit/>
          </a:bodyPr>
          <a:lstStyle>
            <a:lvl1pPr marL="228600" indent="-228600" algn="l" defTabSz="914400" rtl="0" eaLnBrk="1" latinLnBrk="0" hangingPunct="1">
              <a:lnSpc>
                <a:spcPct val="130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30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30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mj-lt"/>
              </a:rPr>
              <a:t>4. Thông số hiệu năng</a:t>
            </a:r>
            <a:endParaRPr lang="en-US" sz="2000" b="1" err="1">
              <a:latin typeface="+mj-lt"/>
            </a:endParaRPr>
          </a:p>
        </p:txBody>
      </p:sp>
      <p:sp>
        <p:nvSpPr>
          <p:cNvPr id="10" name="TextBox 9">
            <a:extLst>
              <a:ext uri="{FF2B5EF4-FFF2-40B4-BE49-F238E27FC236}">
                <a16:creationId xmlns:a16="http://schemas.microsoft.com/office/drawing/2014/main" id="{09A75EF2-1C5C-1E91-CAA8-C3D88ED015C6}"/>
              </a:ext>
            </a:extLst>
          </p:cNvPr>
          <p:cNvSpPr txBox="1"/>
          <p:nvPr/>
        </p:nvSpPr>
        <p:spPr>
          <a:xfrm>
            <a:off x="478179" y="1115035"/>
            <a:ext cx="6191407" cy="632609"/>
          </a:xfrm>
          <a:prstGeom prst="rect">
            <a:avLst/>
          </a:prstGeom>
          <a:noFill/>
        </p:spPr>
        <p:txBody>
          <a:bodyPr wrap="square" rtlCol="0">
            <a:spAutoFit/>
          </a:bodyPr>
          <a:lstStyle/>
          <a:p>
            <a:pPr algn="l">
              <a:lnSpc>
                <a:spcPct val="130000"/>
              </a:lnSpc>
              <a:spcBef>
                <a:spcPts val="300"/>
              </a:spcBef>
              <a:spcAft>
                <a:spcPts val="300"/>
              </a:spcAft>
            </a:pPr>
            <a:r>
              <a:rPr lang="en-US" sz="3000" b="1">
                <a:solidFill>
                  <a:schemeClr val="accent4">
                    <a:lumMod val="75000"/>
                  </a:schemeClr>
                </a:solidFill>
                <a:latin typeface="+mj-lt"/>
              </a:rPr>
              <a:t>III. Kết quả và thảo luận</a:t>
            </a:r>
          </a:p>
        </p:txBody>
      </p:sp>
    </p:spTree>
    <p:extLst>
      <p:ext uri="{BB962C8B-B14F-4D97-AF65-F5344CB8AC3E}">
        <p14:creationId xmlns:p14="http://schemas.microsoft.com/office/powerpoint/2010/main" val="2872279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6F713-9F97-C80C-AA36-4311A785509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BE72820-0ABE-650F-74AE-6AEC353C9E41}"/>
              </a:ext>
            </a:extLst>
          </p:cNvPr>
          <p:cNvSpPr>
            <a:spLocks noGrp="1"/>
          </p:cNvSpPr>
          <p:nvPr>
            <p:ph type="sldNum" sz="quarter" idx="12"/>
          </p:nvPr>
        </p:nvSpPr>
        <p:spPr/>
        <p:txBody>
          <a:bodyPr/>
          <a:lstStyle/>
          <a:p>
            <a:fld id="{48F63A3B-78C7-47BE-AE5E-E10140E04643}" type="slidenum">
              <a:rPr lang="en-US" smtClean="0"/>
              <a:pPr/>
              <a:t>22</a:t>
            </a:fld>
            <a:endParaRPr lang="en-US"/>
          </a:p>
        </p:txBody>
      </p:sp>
      <p:sp>
        <p:nvSpPr>
          <p:cNvPr id="4" name="Title 3">
            <a:extLst>
              <a:ext uri="{FF2B5EF4-FFF2-40B4-BE49-F238E27FC236}">
                <a16:creationId xmlns:a16="http://schemas.microsoft.com/office/drawing/2014/main" id="{69625A8E-C1A0-8288-1F59-448C6814FD8D}"/>
              </a:ext>
            </a:extLst>
          </p:cNvPr>
          <p:cNvSpPr>
            <a:spLocks noGrp="1"/>
          </p:cNvSpPr>
          <p:nvPr>
            <p:ph type="title"/>
          </p:nvPr>
        </p:nvSpPr>
        <p:spPr/>
        <p:txBody>
          <a:bodyPr>
            <a:noAutofit/>
          </a:bodyPr>
          <a:lstStyle/>
          <a:p>
            <a:r>
              <a:rPr lang="en-US" i="1">
                <a:latin typeface="Aptos" panose="020B0004020202020204" pitchFamily="34" charset="0"/>
              </a:rPr>
              <a:t>KẾT LUẬN</a:t>
            </a:r>
            <a:endParaRPr lang="en-VN" i="1">
              <a:latin typeface="Aptos" panose="020B0004020202020204" pitchFamily="34" charset="0"/>
            </a:endParaRPr>
          </a:p>
        </p:txBody>
      </p:sp>
      <p:sp>
        <p:nvSpPr>
          <p:cNvPr id="6" name="Content Placeholder 5">
            <a:extLst>
              <a:ext uri="{FF2B5EF4-FFF2-40B4-BE49-F238E27FC236}">
                <a16:creationId xmlns:a16="http://schemas.microsoft.com/office/drawing/2014/main" id="{251EAD7B-9AA6-B923-E656-C75AABC83CE5}"/>
              </a:ext>
            </a:extLst>
          </p:cNvPr>
          <p:cNvSpPr>
            <a:spLocks noGrp="1"/>
          </p:cNvSpPr>
          <p:nvPr>
            <p:ph sz="quarter" idx="13"/>
          </p:nvPr>
        </p:nvSpPr>
        <p:spPr/>
        <p:txBody>
          <a:bodyPr/>
          <a:lstStyle/>
          <a:p>
            <a:r>
              <a:rPr lang="en-US"/>
              <a:t>IV.</a:t>
            </a:r>
            <a:endParaRPr lang="en-VN"/>
          </a:p>
        </p:txBody>
      </p:sp>
    </p:spTree>
    <p:extLst>
      <p:ext uri="{BB962C8B-B14F-4D97-AF65-F5344CB8AC3E}">
        <p14:creationId xmlns:p14="http://schemas.microsoft.com/office/powerpoint/2010/main" val="1293418674"/>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94DD0-711C-F37C-F84F-75F93397B88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CD325A3-163C-621C-465A-409C8D82C5A9}"/>
              </a:ext>
            </a:extLst>
          </p:cNvPr>
          <p:cNvSpPr>
            <a:spLocks noGrp="1"/>
          </p:cNvSpPr>
          <p:nvPr>
            <p:ph type="sldNum" sz="quarter" idx="12"/>
          </p:nvPr>
        </p:nvSpPr>
        <p:spPr/>
        <p:txBody>
          <a:bodyPr/>
          <a:lstStyle/>
          <a:p>
            <a:fld id="{48F63A3B-78C7-47BE-AE5E-E10140E04643}" type="slidenum">
              <a:rPr lang="en-US" smtClean="0"/>
              <a:pPr/>
              <a:t>23</a:t>
            </a:fld>
            <a:endParaRPr lang="en-US"/>
          </a:p>
        </p:txBody>
      </p:sp>
      <p:sp>
        <p:nvSpPr>
          <p:cNvPr id="6" name="TextBox 5">
            <a:extLst>
              <a:ext uri="{FF2B5EF4-FFF2-40B4-BE49-F238E27FC236}">
                <a16:creationId xmlns:a16="http://schemas.microsoft.com/office/drawing/2014/main" id="{F8DC1813-64A5-C434-E9CE-8EBB816C2797}"/>
              </a:ext>
            </a:extLst>
          </p:cNvPr>
          <p:cNvSpPr txBox="1"/>
          <p:nvPr/>
        </p:nvSpPr>
        <p:spPr>
          <a:xfrm>
            <a:off x="478179" y="1115035"/>
            <a:ext cx="6191407" cy="632609"/>
          </a:xfrm>
          <a:prstGeom prst="rect">
            <a:avLst/>
          </a:prstGeom>
          <a:noFill/>
        </p:spPr>
        <p:txBody>
          <a:bodyPr wrap="square" rtlCol="0">
            <a:spAutoFit/>
          </a:bodyPr>
          <a:lstStyle/>
          <a:p>
            <a:pPr algn="l">
              <a:lnSpc>
                <a:spcPct val="130000"/>
              </a:lnSpc>
              <a:spcBef>
                <a:spcPts val="300"/>
              </a:spcBef>
              <a:spcAft>
                <a:spcPts val="300"/>
              </a:spcAft>
            </a:pPr>
            <a:r>
              <a:rPr lang="en-US" sz="3000" b="1">
                <a:solidFill>
                  <a:schemeClr val="accent4">
                    <a:lumMod val="75000"/>
                  </a:schemeClr>
                </a:solidFill>
                <a:latin typeface="+mj-lt"/>
              </a:rPr>
              <a:t>IV. Kết luận</a:t>
            </a:r>
          </a:p>
        </p:txBody>
      </p:sp>
      <p:sp>
        <p:nvSpPr>
          <p:cNvPr id="2" name="Content Placeholder 6">
            <a:extLst>
              <a:ext uri="{FF2B5EF4-FFF2-40B4-BE49-F238E27FC236}">
                <a16:creationId xmlns:a16="http://schemas.microsoft.com/office/drawing/2014/main" id="{0946E9E1-3D68-3471-9561-A8CCEF07B125}"/>
              </a:ext>
            </a:extLst>
          </p:cNvPr>
          <p:cNvSpPr txBox="1">
            <a:spLocks/>
          </p:cNvSpPr>
          <p:nvPr/>
        </p:nvSpPr>
        <p:spPr>
          <a:xfrm>
            <a:off x="752167" y="1786157"/>
            <a:ext cx="9783097" cy="448360"/>
          </a:xfrm>
          <a:prstGeom prst="rect">
            <a:avLst/>
          </a:prstGeom>
        </p:spPr>
        <p:txBody>
          <a:bodyPr vert="horz" lIns="91440" tIns="45720" rIns="91440" bIns="45720" rtlCol="0" anchor="t">
            <a:noAutofit/>
          </a:bodyPr>
          <a:lstStyle>
            <a:lvl1pPr marL="228600" indent="-228600" algn="l" defTabSz="914400" rtl="0" eaLnBrk="1" latinLnBrk="0" hangingPunct="1">
              <a:lnSpc>
                <a:spcPct val="130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30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30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mj-lt"/>
              </a:rPr>
              <a:t>1. Kết quả đạt được</a:t>
            </a:r>
            <a:endParaRPr lang="en-US" sz="2000" b="1" err="1">
              <a:latin typeface="+mj-lt"/>
            </a:endParaRPr>
          </a:p>
        </p:txBody>
      </p:sp>
      <p:sp>
        <p:nvSpPr>
          <p:cNvPr id="3" name="TextBox 2">
            <a:extLst>
              <a:ext uri="{FF2B5EF4-FFF2-40B4-BE49-F238E27FC236}">
                <a16:creationId xmlns:a16="http://schemas.microsoft.com/office/drawing/2014/main" id="{F68B0C59-110C-5A0F-1D70-1D1E6FCDE8FB}"/>
              </a:ext>
            </a:extLst>
          </p:cNvPr>
          <p:cNvSpPr txBox="1"/>
          <p:nvPr/>
        </p:nvSpPr>
        <p:spPr>
          <a:xfrm>
            <a:off x="752167" y="2318951"/>
            <a:ext cx="9974827" cy="18384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fontAlgn="base">
              <a:buFont typeface="Arial" panose="020B0604020202020204" pitchFamily="34" charset="0"/>
              <a:buChar char="•"/>
            </a:pPr>
            <a:r>
              <a:rPr lang="en-US" dirty="0" err="1"/>
              <a:t>Đã</a:t>
            </a:r>
            <a:r>
              <a:rPr lang="en-US" dirty="0"/>
              <a:t> </a:t>
            </a:r>
            <a:r>
              <a:rPr lang="en-US" dirty="0" err="1"/>
              <a:t>hiện</a:t>
            </a:r>
            <a:r>
              <a:rPr lang="en-US" dirty="0"/>
              <a:t> </a:t>
            </a:r>
            <a:r>
              <a:rPr lang="en-US" dirty="0" err="1"/>
              <a:t>thực</a:t>
            </a:r>
            <a:r>
              <a:rPr lang="en-US" dirty="0"/>
              <a:t> </a:t>
            </a:r>
            <a:r>
              <a:rPr lang="en-US" dirty="0" err="1"/>
              <a:t>thành</a:t>
            </a:r>
            <a:r>
              <a:rPr lang="en-US" dirty="0"/>
              <a:t> </a:t>
            </a:r>
            <a:r>
              <a:rPr lang="en-US" dirty="0" err="1"/>
              <a:t>công</a:t>
            </a:r>
            <a:r>
              <a:rPr lang="en-US" dirty="0"/>
              <a:t> </a:t>
            </a:r>
            <a:r>
              <a:rPr lang="en-US" dirty="0" err="1"/>
              <a:t>hệ</a:t>
            </a:r>
            <a:r>
              <a:rPr lang="en-US" dirty="0"/>
              <a:t> </a:t>
            </a:r>
            <a:r>
              <a:rPr lang="en-US" dirty="0" err="1"/>
              <a:t>thống</a:t>
            </a:r>
            <a:r>
              <a:rPr lang="en-US" dirty="0"/>
              <a:t> </a:t>
            </a:r>
            <a:r>
              <a:rPr lang="en-US" dirty="0" err="1"/>
              <a:t>khóa</a:t>
            </a:r>
            <a:r>
              <a:rPr lang="en-US" dirty="0"/>
              <a:t> </a:t>
            </a:r>
            <a:r>
              <a:rPr lang="en-US" dirty="0" err="1"/>
              <a:t>điện</a:t>
            </a:r>
            <a:r>
              <a:rPr lang="en-US" dirty="0"/>
              <a:t> </a:t>
            </a:r>
            <a:r>
              <a:rPr lang="en-US" dirty="0" err="1"/>
              <a:t>tử</a:t>
            </a:r>
            <a:r>
              <a:rPr lang="en-US" dirty="0"/>
              <a:t> </a:t>
            </a:r>
            <a:r>
              <a:rPr lang="en-US" dirty="0" err="1"/>
              <a:t>sử</a:t>
            </a:r>
            <a:r>
              <a:rPr lang="en-US" dirty="0"/>
              <a:t> </a:t>
            </a:r>
            <a:r>
              <a:rPr lang="en-US" dirty="0" err="1"/>
              <a:t>dụng</a:t>
            </a:r>
            <a:r>
              <a:rPr lang="en-US" dirty="0"/>
              <a:t> FPGA, </a:t>
            </a:r>
            <a:r>
              <a:rPr lang="en-US" dirty="0" err="1"/>
              <a:t>đáp</a:t>
            </a:r>
            <a:r>
              <a:rPr lang="en-US" dirty="0"/>
              <a:t> </a:t>
            </a:r>
            <a:r>
              <a:rPr lang="en-US" dirty="0" err="1"/>
              <a:t>ứng</a:t>
            </a:r>
            <a:r>
              <a:rPr lang="en-US" dirty="0"/>
              <a:t> </a:t>
            </a:r>
            <a:r>
              <a:rPr lang="en-US" dirty="0" err="1"/>
              <a:t>được</a:t>
            </a:r>
            <a:r>
              <a:rPr lang="en-US" dirty="0"/>
              <a:t> </a:t>
            </a:r>
            <a:r>
              <a:rPr lang="en-US" dirty="0" err="1"/>
              <a:t>các</a:t>
            </a:r>
            <a:r>
              <a:rPr lang="en-US" dirty="0"/>
              <a:t> </a:t>
            </a:r>
            <a:r>
              <a:rPr lang="en-US" dirty="0" err="1"/>
              <a:t>chức</a:t>
            </a:r>
            <a:r>
              <a:rPr lang="en-US" dirty="0"/>
              <a:t> </a:t>
            </a:r>
            <a:r>
              <a:rPr lang="en-US" dirty="0" err="1"/>
              <a:t>năng</a:t>
            </a:r>
            <a:r>
              <a:rPr lang="en-US" dirty="0"/>
              <a:t> </a:t>
            </a:r>
            <a:r>
              <a:rPr lang="en-US" dirty="0" err="1"/>
              <a:t>cơ</a:t>
            </a:r>
            <a:r>
              <a:rPr lang="en-US" dirty="0"/>
              <a:t> </a:t>
            </a:r>
            <a:r>
              <a:rPr lang="en-US" dirty="0" err="1"/>
              <a:t>bản</a:t>
            </a:r>
            <a:r>
              <a:rPr lang="en-US" dirty="0"/>
              <a:t>.​</a:t>
            </a:r>
          </a:p>
          <a:p>
            <a:pPr marL="285750" indent="-285750" fontAlgn="base">
              <a:buFont typeface="Arial" panose="020B0604020202020204" pitchFamily="34" charset="0"/>
              <a:buChar char="•"/>
            </a:pPr>
            <a:r>
              <a:rPr lang="en-US" dirty="0"/>
              <a:t>Hiệu </a:t>
            </a:r>
            <a:r>
              <a:rPr lang="en-US" dirty="0" err="1"/>
              <a:t>năng</a:t>
            </a:r>
            <a:r>
              <a:rPr lang="en-US" dirty="0"/>
              <a:t>: Đạt Fmax </a:t>
            </a:r>
            <a:r>
              <a:rPr lang="en-US" dirty="0" err="1"/>
              <a:t>cao</a:t>
            </a:r>
            <a:r>
              <a:rPr lang="en-US" dirty="0"/>
              <a:t>, </a:t>
            </a:r>
            <a:r>
              <a:rPr lang="en-US" dirty="0" err="1"/>
              <a:t>đảm</a:t>
            </a:r>
            <a:r>
              <a:rPr lang="en-US" dirty="0"/>
              <a:t> </a:t>
            </a:r>
            <a:r>
              <a:rPr lang="en-US" dirty="0" err="1"/>
              <a:t>bảo</a:t>
            </a:r>
            <a:r>
              <a:rPr lang="en-US" dirty="0"/>
              <a:t> </a:t>
            </a:r>
            <a:r>
              <a:rPr lang="en-US" dirty="0" err="1"/>
              <a:t>hoạt</a:t>
            </a:r>
            <a:r>
              <a:rPr lang="en-US" dirty="0"/>
              <a:t> </a:t>
            </a:r>
            <a:r>
              <a:rPr lang="en-US" dirty="0" err="1"/>
              <a:t>động</a:t>
            </a:r>
            <a:r>
              <a:rPr lang="en-US" dirty="0"/>
              <a:t> </a:t>
            </a:r>
            <a:r>
              <a:rPr lang="en-US" dirty="0" err="1"/>
              <a:t>ổn</a:t>
            </a:r>
            <a:r>
              <a:rPr lang="en-US" dirty="0"/>
              <a:t> </a:t>
            </a:r>
            <a:r>
              <a:rPr lang="en-US" dirty="0" err="1"/>
              <a:t>định</a:t>
            </a:r>
            <a:r>
              <a:rPr lang="en-US" dirty="0"/>
              <a:t>, </a:t>
            </a:r>
            <a:r>
              <a:rPr lang="en-US" dirty="0" err="1"/>
              <a:t>không</a:t>
            </a:r>
            <a:r>
              <a:rPr lang="en-US" dirty="0"/>
              <a:t> vi </a:t>
            </a:r>
            <a:r>
              <a:rPr lang="en-US" dirty="0" err="1"/>
              <a:t>phạm</a:t>
            </a:r>
            <a:r>
              <a:rPr lang="en-US" dirty="0"/>
              <a:t> timing setup/hold.​</a:t>
            </a:r>
          </a:p>
          <a:p>
            <a:pPr marL="285750" indent="-285750" fontAlgn="base">
              <a:buFont typeface="Arial" panose="020B0604020202020204" pitchFamily="34" charset="0"/>
              <a:buChar char="•"/>
            </a:pPr>
            <a:r>
              <a:rPr lang="en-US" dirty="0" err="1"/>
              <a:t>Tính</a:t>
            </a:r>
            <a:r>
              <a:rPr lang="en-US" dirty="0"/>
              <a:t> </a:t>
            </a:r>
            <a:r>
              <a:rPr lang="en-US" dirty="0" err="1"/>
              <a:t>bảo</a:t>
            </a:r>
            <a:r>
              <a:rPr lang="en-US" dirty="0"/>
              <a:t> </a:t>
            </a:r>
            <a:r>
              <a:rPr lang="en-US" dirty="0" err="1"/>
              <a:t>mật</a:t>
            </a:r>
            <a:r>
              <a:rPr lang="en-US" dirty="0"/>
              <a:t>: </a:t>
            </a:r>
            <a:r>
              <a:rPr lang="en-US" dirty="0" err="1"/>
              <a:t>Cơ</a:t>
            </a:r>
            <a:r>
              <a:rPr lang="en-US" dirty="0"/>
              <a:t> </a:t>
            </a:r>
            <a:r>
              <a:rPr lang="en-US" dirty="0" err="1"/>
              <a:t>chế</a:t>
            </a:r>
            <a:r>
              <a:rPr lang="en-US" dirty="0"/>
              <a:t> </a:t>
            </a:r>
            <a:r>
              <a:rPr lang="en-US" dirty="0" err="1"/>
              <a:t>vô</a:t>
            </a:r>
            <a:r>
              <a:rPr lang="en-US" dirty="0"/>
              <a:t> </a:t>
            </a:r>
            <a:r>
              <a:rPr lang="en-US" dirty="0" err="1"/>
              <a:t>hiệu</a:t>
            </a:r>
            <a:r>
              <a:rPr lang="en-US" dirty="0"/>
              <a:t> </a:t>
            </a:r>
            <a:r>
              <a:rPr lang="en-US" dirty="0" err="1"/>
              <a:t>hóa</a:t>
            </a:r>
            <a:r>
              <a:rPr lang="en-US" dirty="0"/>
              <a:t> </a:t>
            </a:r>
            <a:r>
              <a:rPr lang="en-US" dirty="0" err="1"/>
              <a:t>và</a:t>
            </a:r>
            <a:r>
              <a:rPr lang="en-US" dirty="0"/>
              <a:t> hide/show mode </a:t>
            </a:r>
            <a:r>
              <a:rPr lang="en-US" dirty="0" err="1"/>
              <a:t>đáp</a:t>
            </a:r>
            <a:r>
              <a:rPr lang="en-US" dirty="0"/>
              <a:t> </a:t>
            </a:r>
            <a:r>
              <a:rPr lang="en-US" dirty="0" err="1"/>
              <a:t>ứng</a:t>
            </a:r>
            <a:r>
              <a:rPr lang="en-US" dirty="0"/>
              <a:t> </a:t>
            </a:r>
            <a:r>
              <a:rPr lang="en-US" dirty="0" err="1"/>
              <a:t>tiêu</a:t>
            </a:r>
            <a:r>
              <a:rPr lang="en-US" dirty="0"/>
              <a:t> </a:t>
            </a:r>
            <a:r>
              <a:rPr lang="en-US" dirty="0" err="1"/>
              <a:t>chuẩn</a:t>
            </a:r>
            <a:r>
              <a:rPr lang="en-US" dirty="0"/>
              <a:t> </a:t>
            </a:r>
            <a:r>
              <a:rPr lang="en-US" dirty="0" err="1"/>
              <a:t>sử</a:t>
            </a:r>
            <a:r>
              <a:rPr lang="en-US" dirty="0"/>
              <a:t> </a:t>
            </a:r>
            <a:r>
              <a:rPr lang="en-US" dirty="0" err="1"/>
              <a:t>dụng</a:t>
            </a:r>
            <a:r>
              <a:rPr lang="en-US" dirty="0"/>
              <a:t> </a:t>
            </a:r>
            <a:r>
              <a:rPr lang="en-US" dirty="0" err="1"/>
              <a:t>trong</a:t>
            </a:r>
            <a:r>
              <a:rPr lang="en-US" dirty="0"/>
              <a:t> </a:t>
            </a:r>
            <a:r>
              <a:rPr lang="en-US" dirty="0" err="1"/>
              <a:t>các</a:t>
            </a:r>
            <a:r>
              <a:rPr lang="en-US" dirty="0"/>
              <a:t> </a:t>
            </a:r>
            <a:r>
              <a:rPr lang="en-US" dirty="0" err="1"/>
              <a:t>hệ</a:t>
            </a:r>
            <a:r>
              <a:rPr lang="en-US" dirty="0"/>
              <a:t> </a:t>
            </a:r>
            <a:r>
              <a:rPr lang="en-US" dirty="0" err="1"/>
              <a:t>thốngan</a:t>
            </a:r>
            <a:r>
              <a:rPr lang="en-US" dirty="0"/>
              <a:t> </a:t>
            </a:r>
            <a:r>
              <a:rPr lang="en-US" dirty="0" err="1"/>
              <a:t>ninh</a:t>
            </a:r>
            <a:r>
              <a:rPr lang="en-US" dirty="0"/>
              <a:t> </a:t>
            </a:r>
            <a:r>
              <a:rPr lang="en-US" dirty="0" err="1"/>
              <a:t>thực</a:t>
            </a:r>
            <a:r>
              <a:rPr lang="en-US" dirty="0"/>
              <a:t> </a:t>
            </a:r>
            <a:r>
              <a:rPr lang="en-US" dirty="0" err="1"/>
              <a:t>tế</a:t>
            </a:r>
            <a:r>
              <a:rPr lang="en-US" dirty="0"/>
              <a:t>.</a:t>
            </a:r>
          </a:p>
          <a:p>
            <a:pPr algn="l">
              <a:lnSpc>
                <a:spcPct val="130000"/>
              </a:lnSpc>
              <a:spcBef>
                <a:spcPts val="300"/>
              </a:spcBef>
              <a:spcAft>
                <a:spcPts val="300"/>
              </a:spcAft>
            </a:pPr>
            <a:endParaRPr lang="en-US" dirty="0"/>
          </a:p>
        </p:txBody>
      </p:sp>
    </p:spTree>
    <p:extLst>
      <p:ext uri="{BB962C8B-B14F-4D97-AF65-F5344CB8AC3E}">
        <p14:creationId xmlns:p14="http://schemas.microsoft.com/office/powerpoint/2010/main" val="2098305830"/>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645E9-BF03-256E-8B67-232859D1343F}"/>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2DEAAC4-21C0-0DEA-21C1-B583E75FE636}"/>
              </a:ext>
            </a:extLst>
          </p:cNvPr>
          <p:cNvSpPr>
            <a:spLocks noGrp="1"/>
          </p:cNvSpPr>
          <p:nvPr>
            <p:ph type="sldNum" sz="quarter" idx="12"/>
          </p:nvPr>
        </p:nvSpPr>
        <p:spPr/>
        <p:txBody>
          <a:bodyPr/>
          <a:lstStyle/>
          <a:p>
            <a:fld id="{48F63A3B-78C7-47BE-AE5E-E10140E04643}" type="slidenum">
              <a:rPr lang="en-US" smtClean="0"/>
              <a:pPr/>
              <a:t>24</a:t>
            </a:fld>
            <a:endParaRPr lang="en-US"/>
          </a:p>
        </p:txBody>
      </p:sp>
      <p:sp>
        <p:nvSpPr>
          <p:cNvPr id="6" name="TextBox 5">
            <a:extLst>
              <a:ext uri="{FF2B5EF4-FFF2-40B4-BE49-F238E27FC236}">
                <a16:creationId xmlns:a16="http://schemas.microsoft.com/office/drawing/2014/main" id="{4A941C99-F939-2FF8-E297-B9513F84EF3F}"/>
              </a:ext>
            </a:extLst>
          </p:cNvPr>
          <p:cNvSpPr txBox="1"/>
          <p:nvPr/>
        </p:nvSpPr>
        <p:spPr>
          <a:xfrm>
            <a:off x="478179" y="1115035"/>
            <a:ext cx="6191407" cy="632609"/>
          </a:xfrm>
          <a:prstGeom prst="rect">
            <a:avLst/>
          </a:prstGeom>
          <a:noFill/>
        </p:spPr>
        <p:txBody>
          <a:bodyPr wrap="square" rtlCol="0">
            <a:spAutoFit/>
          </a:bodyPr>
          <a:lstStyle/>
          <a:p>
            <a:pPr algn="l">
              <a:lnSpc>
                <a:spcPct val="130000"/>
              </a:lnSpc>
              <a:spcBef>
                <a:spcPts val="300"/>
              </a:spcBef>
              <a:spcAft>
                <a:spcPts val="300"/>
              </a:spcAft>
            </a:pPr>
            <a:r>
              <a:rPr lang="en-US" sz="3000" b="1">
                <a:solidFill>
                  <a:schemeClr val="accent4">
                    <a:lumMod val="75000"/>
                  </a:schemeClr>
                </a:solidFill>
                <a:latin typeface="+mj-lt"/>
              </a:rPr>
              <a:t>IV. Kết luận</a:t>
            </a:r>
          </a:p>
        </p:txBody>
      </p:sp>
      <p:sp>
        <p:nvSpPr>
          <p:cNvPr id="2" name="Content Placeholder 6">
            <a:extLst>
              <a:ext uri="{FF2B5EF4-FFF2-40B4-BE49-F238E27FC236}">
                <a16:creationId xmlns:a16="http://schemas.microsoft.com/office/drawing/2014/main" id="{D47198D0-535C-4726-AE61-36873E0FAE52}"/>
              </a:ext>
            </a:extLst>
          </p:cNvPr>
          <p:cNvSpPr txBox="1">
            <a:spLocks/>
          </p:cNvSpPr>
          <p:nvPr/>
        </p:nvSpPr>
        <p:spPr>
          <a:xfrm>
            <a:off x="752167" y="1786157"/>
            <a:ext cx="9783097" cy="448360"/>
          </a:xfrm>
          <a:prstGeom prst="rect">
            <a:avLst/>
          </a:prstGeom>
        </p:spPr>
        <p:txBody>
          <a:bodyPr vert="horz" lIns="91440" tIns="45720" rIns="91440" bIns="45720" rtlCol="0" anchor="t">
            <a:noAutofit/>
          </a:bodyPr>
          <a:lstStyle>
            <a:lvl1pPr marL="228600" indent="-228600" algn="l" defTabSz="914400" rtl="0" eaLnBrk="1" latinLnBrk="0" hangingPunct="1">
              <a:lnSpc>
                <a:spcPct val="130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30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30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mj-lt"/>
              </a:rPr>
              <a:t>2. Hạn chế</a:t>
            </a:r>
            <a:endParaRPr lang="en-US" sz="2000" b="1" err="1">
              <a:latin typeface="+mj-lt"/>
            </a:endParaRPr>
          </a:p>
        </p:txBody>
      </p:sp>
      <p:sp>
        <p:nvSpPr>
          <p:cNvPr id="3" name="TextBox 2">
            <a:extLst>
              <a:ext uri="{FF2B5EF4-FFF2-40B4-BE49-F238E27FC236}">
                <a16:creationId xmlns:a16="http://schemas.microsoft.com/office/drawing/2014/main" id="{8C49300F-34E6-B967-29CD-24026AA285A7}"/>
              </a:ext>
            </a:extLst>
          </p:cNvPr>
          <p:cNvSpPr txBox="1"/>
          <p:nvPr/>
        </p:nvSpPr>
        <p:spPr>
          <a:xfrm>
            <a:off x="752166" y="2273030"/>
            <a:ext cx="10613924" cy="2413994"/>
          </a:xfrm>
          <a:prstGeom prst="rect">
            <a:avLst/>
          </a:prstGeom>
          <a:noFill/>
        </p:spPr>
        <p:txBody>
          <a:bodyPr wrap="square" lIns="91440" tIns="45720" rIns="91440" bIns="45720" rtlCol="0" anchor="t">
            <a:spAutoFit/>
          </a:bodyPr>
          <a:lstStyle/>
          <a:p>
            <a:pPr marL="285750" indent="-285750" algn="just">
              <a:lnSpc>
                <a:spcPct val="130000"/>
              </a:lnSpc>
              <a:spcBef>
                <a:spcPts val="100"/>
              </a:spcBef>
              <a:spcAft>
                <a:spcPts val="100"/>
              </a:spcAft>
              <a:buFont typeface="Arial" panose="020B0604020202020204" pitchFamily="34" charset="0"/>
              <a:buChar char="•"/>
            </a:pPr>
            <a:r>
              <a:rPr lang="en-US">
                <a:latin typeface="+mj-lt"/>
              </a:rPr>
              <a:t>Lưu </a:t>
            </a:r>
            <a:r>
              <a:rPr lang="en-US" err="1">
                <a:latin typeface="+mj-lt"/>
              </a:rPr>
              <a:t>trữ</a:t>
            </a:r>
            <a:r>
              <a:rPr lang="en-US">
                <a:latin typeface="+mj-lt"/>
              </a:rPr>
              <a:t> </a:t>
            </a:r>
            <a:r>
              <a:rPr lang="en-US" err="1">
                <a:latin typeface="+mj-lt"/>
              </a:rPr>
              <a:t>tạm</a:t>
            </a:r>
            <a:r>
              <a:rPr lang="en-US">
                <a:latin typeface="+mj-lt"/>
              </a:rPr>
              <a:t> </a:t>
            </a:r>
            <a:r>
              <a:rPr lang="en-US" err="1">
                <a:latin typeface="+mj-lt"/>
              </a:rPr>
              <a:t>thời</a:t>
            </a:r>
            <a:r>
              <a:rPr lang="en-US">
                <a:latin typeface="+mj-lt"/>
              </a:rPr>
              <a:t>: </a:t>
            </a:r>
            <a:r>
              <a:rPr lang="en-US" err="1">
                <a:latin typeface="+mj-lt"/>
              </a:rPr>
              <a:t>Dữ</a:t>
            </a:r>
            <a:r>
              <a:rPr lang="en-US">
                <a:latin typeface="+mj-lt"/>
              </a:rPr>
              <a:t> </a:t>
            </a:r>
            <a:r>
              <a:rPr lang="en-US" err="1">
                <a:latin typeface="+mj-lt"/>
              </a:rPr>
              <a:t>liệu</a:t>
            </a:r>
            <a:r>
              <a:rPr lang="en-US">
                <a:latin typeface="+mj-lt"/>
              </a:rPr>
              <a:t> </a:t>
            </a:r>
            <a:r>
              <a:rPr lang="en-US" err="1">
                <a:latin typeface="+mj-lt"/>
              </a:rPr>
              <a:t>mật</a:t>
            </a:r>
            <a:r>
              <a:rPr lang="en-US">
                <a:latin typeface="+mj-lt"/>
              </a:rPr>
              <a:t> </a:t>
            </a:r>
            <a:r>
              <a:rPr lang="en-US" err="1">
                <a:latin typeface="+mj-lt"/>
              </a:rPr>
              <a:t>khẩu</a:t>
            </a:r>
            <a:r>
              <a:rPr lang="en-US">
                <a:latin typeface="+mj-lt"/>
              </a:rPr>
              <a:t> </a:t>
            </a:r>
            <a:r>
              <a:rPr lang="en-US" err="1">
                <a:latin typeface="+mj-lt"/>
              </a:rPr>
              <a:t>mất</a:t>
            </a:r>
            <a:r>
              <a:rPr lang="en-US">
                <a:latin typeface="+mj-lt"/>
              </a:rPr>
              <a:t> </a:t>
            </a:r>
            <a:r>
              <a:rPr lang="en-US" err="1">
                <a:latin typeface="+mj-lt"/>
              </a:rPr>
              <a:t>khi</a:t>
            </a:r>
            <a:r>
              <a:rPr lang="en-US">
                <a:latin typeface="+mj-lt"/>
              </a:rPr>
              <a:t> </a:t>
            </a:r>
            <a:r>
              <a:rPr lang="en-US" err="1">
                <a:latin typeface="+mj-lt"/>
              </a:rPr>
              <a:t>mất</a:t>
            </a:r>
            <a:r>
              <a:rPr lang="en-US">
                <a:latin typeface="+mj-lt"/>
              </a:rPr>
              <a:t> </a:t>
            </a:r>
            <a:r>
              <a:rPr lang="en-US" err="1">
                <a:latin typeface="+mj-lt"/>
              </a:rPr>
              <a:t>nguồn</a:t>
            </a:r>
            <a:r>
              <a:rPr lang="en-US">
                <a:latin typeface="+mj-lt"/>
              </a:rPr>
              <a:t> (</a:t>
            </a:r>
            <a:r>
              <a:rPr lang="en-US" err="1">
                <a:latin typeface="+mj-lt"/>
              </a:rPr>
              <a:t>chưa</a:t>
            </a:r>
            <a:r>
              <a:rPr lang="en-US">
                <a:latin typeface="+mj-lt"/>
              </a:rPr>
              <a:t> </a:t>
            </a:r>
            <a:r>
              <a:rPr lang="en-US" err="1">
                <a:latin typeface="+mj-lt"/>
              </a:rPr>
              <a:t>tích</a:t>
            </a:r>
            <a:r>
              <a:rPr lang="en-US">
                <a:latin typeface="+mj-lt"/>
              </a:rPr>
              <a:t> </a:t>
            </a:r>
            <a:r>
              <a:rPr lang="en-US" err="1">
                <a:latin typeface="+mj-lt"/>
              </a:rPr>
              <a:t>hợp</a:t>
            </a:r>
            <a:r>
              <a:rPr lang="en-US">
                <a:latin typeface="+mj-lt"/>
              </a:rPr>
              <a:t> </a:t>
            </a:r>
            <a:r>
              <a:rPr lang="en-US" err="1">
                <a:latin typeface="+mj-lt"/>
              </a:rPr>
              <a:t>bộ</a:t>
            </a:r>
            <a:r>
              <a:rPr lang="en-US">
                <a:latin typeface="+mj-lt"/>
              </a:rPr>
              <a:t> </a:t>
            </a:r>
            <a:r>
              <a:rPr lang="en-US" err="1">
                <a:latin typeface="+mj-lt"/>
              </a:rPr>
              <a:t>nhớ</a:t>
            </a:r>
            <a:r>
              <a:rPr lang="en-US">
                <a:latin typeface="+mj-lt"/>
              </a:rPr>
              <a:t> </a:t>
            </a:r>
            <a:r>
              <a:rPr lang="en-US" err="1">
                <a:latin typeface="+mj-lt"/>
              </a:rPr>
              <a:t>không</a:t>
            </a:r>
            <a:r>
              <a:rPr lang="en-US">
                <a:latin typeface="+mj-lt"/>
              </a:rPr>
              <a:t> bay </a:t>
            </a:r>
            <a:r>
              <a:rPr lang="en-US" err="1">
                <a:latin typeface="+mj-lt"/>
              </a:rPr>
              <a:t>hơi</a:t>
            </a:r>
            <a:r>
              <a:rPr lang="en-US">
                <a:latin typeface="+mj-lt"/>
              </a:rPr>
              <a:t> </a:t>
            </a:r>
            <a:r>
              <a:rPr lang="en-US" err="1">
                <a:latin typeface="+mj-lt"/>
              </a:rPr>
              <a:t>như</a:t>
            </a:r>
            <a:r>
              <a:rPr lang="en-US">
                <a:latin typeface="+mj-lt"/>
              </a:rPr>
              <a:t> Flash/EEPROM). </a:t>
            </a:r>
          </a:p>
          <a:p>
            <a:pPr marL="285750" indent="-285750" algn="just">
              <a:lnSpc>
                <a:spcPct val="130000"/>
              </a:lnSpc>
              <a:spcBef>
                <a:spcPts val="100"/>
              </a:spcBef>
              <a:spcAft>
                <a:spcPts val="100"/>
              </a:spcAft>
              <a:buFont typeface="Arial" panose="020B0604020202020204" pitchFamily="34" charset="0"/>
              <a:buChar char="•"/>
            </a:pPr>
            <a:r>
              <a:rPr lang="en-US">
                <a:latin typeface="+mj-lt"/>
              </a:rPr>
              <a:t>Bảo </a:t>
            </a:r>
            <a:r>
              <a:rPr lang="en-US" err="1">
                <a:latin typeface="+mj-lt"/>
              </a:rPr>
              <a:t>mật</a:t>
            </a:r>
            <a:r>
              <a:rPr lang="en-US">
                <a:latin typeface="+mj-lt"/>
              </a:rPr>
              <a:t> switch: </a:t>
            </a:r>
            <a:r>
              <a:rPr lang="en-US" err="1">
                <a:latin typeface="+mj-lt"/>
              </a:rPr>
              <a:t>Trạng</a:t>
            </a:r>
            <a:r>
              <a:rPr lang="en-US">
                <a:latin typeface="+mj-lt"/>
              </a:rPr>
              <a:t> </a:t>
            </a:r>
            <a:r>
              <a:rPr lang="en-US" err="1">
                <a:latin typeface="+mj-lt"/>
              </a:rPr>
              <a:t>thái</a:t>
            </a:r>
            <a:r>
              <a:rPr lang="en-US">
                <a:latin typeface="+mj-lt"/>
              </a:rPr>
              <a:t> </a:t>
            </a:r>
            <a:r>
              <a:rPr lang="en-US" err="1">
                <a:latin typeface="+mj-lt"/>
              </a:rPr>
              <a:t>gạt</a:t>
            </a:r>
            <a:r>
              <a:rPr lang="en-US">
                <a:latin typeface="+mj-lt"/>
              </a:rPr>
              <a:t> </a:t>
            </a:r>
            <a:r>
              <a:rPr lang="en-US" err="1">
                <a:latin typeface="+mj-lt"/>
              </a:rPr>
              <a:t>của</a:t>
            </a:r>
            <a:r>
              <a:rPr lang="en-US">
                <a:latin typeface="+mj-lt"/>
              </a:rPr>
              <a:t> SW </a:t>
            </a:r>
            <a:r>
              <a:rPr lang="en-US" err="1">
                <a:latin typeface="+mj-lt"/>
              </a:rPr>
              <a:t>có</a:t>
            </a:r>
            <a:r>
              <a:rPr lang="en-US">
                <a:latin typeface="+mj-lt"/>
              </a:rPr>
              <a:t> </a:t>
            </a:r>
            <a:r>
              <a:rPr lang="en-US" err="1">
                <a:latin typeface="+mj-lt"/>
              </a:rPr>
              <a:t>thể</a:t>
            </a:r>
            <a:r>
              <a:rPr lang="en-US">
                <a:latin typeface="+mj-lt"/>
              </a:rPr>
              <a:t> </a:t>
            </a:r>
            <a:r>
              <a:rPr lang="en-US" err="1">
                <a:latin typeface="+mj-lt"/>
              </a:rPr>
              <a:t>bị</a:t>
            </a:r>
            <a:r>
              <a:rPr lang="en-US">
                <a:latin typeface="+mj-lt"/>
              </a:rPr>
              <a:t> </a:t>
            </a:r>
            <a:r>
              <a:rPr lang="en-US" err="1">
                <a:latin typeface="+mj-lt"/>
              </a:rPr>
              <a:t>quan</a:t>
            </a:r>
            <a:r>
              <a:rPr lang="en-US">
                <a:latin typeface="+mj-lt"/>
              </a:rPr>
              <a:t> </a:t>
            </a:r>
            <a:r>
              <a:rPr lang="en-US" err="1">
                <a:latin typeface="+mj-lt"/>
              </a:rPr>
              <a:t>sát</a:t>
            </a:r>
            <a:r>
              <a:rPr lang="en-US">
                <a:latin typeface="+mj-lt"/>
              </a:rPr>
              <a:t> </a:t>
            </a:r>
            <a:r>
              <a:rPr lang="en-US" err="1">
                <a:latin typeface="+mj-lt"/>
              </a:rPr>
              <a:t>trực</a:t>
            </a:r>
            <a:r>
              <a:rPr lang="en-US">
                <a:latin typeface="+mj-lt"/>
              </a:rPr>
              <a:t> </a:t>
            </a:r>
            <a:r>
              <a:rPr lang="en-US" err="1">
                <a:latin typeface="+mj-lt"/>
              </a:rPr>
              <a:t>tiếp</a:t>
            </a:r>
            <a:r>
              <a:rPr lang="en-US">
                <a:latin typeface="+mj-lt"/>
              </a:rPr>
              <a:t>, </a:t>
            </a:r>
            <a:r>
              <a:rPr lang="en-US" err="1">
                <a:latin typeface="+mj-lt"/>
              </a:rPr>
              <a:t>làm</a:t>
            </a:r>
            <a:r>
              <a:rPr lang="en-US">
                <a:latin typeface="+mj-lt"/>
              </a:rPr>
              <a:t> </a:t>
            </a:r>
            <a:r>
              <a:rPr lang="en-US" err="1">
                <a:latin typeface="+mj-lt"/>
              </a:rPr>
              <a:t>giảm</a:t>
            </a:r>
            <a:r>
              <a:rPr lang="en-US">
                <a:latin typeface="+mj-lt"/>
              </a:rPr>
              <a:t> </a:t>
            </a:r>
            <a:r>
              <a:rPr lang="en-US" err="1">
                <a:latin typeface="+mj-lt"/>
              </a:rPr>
              <a:t>hiệu</a:t>
            </a:r>
            <a:r>
              <a:rPr lang="en-US">
                <a:latin typeface="+mj-lt"/>
              </a:rPr>
              <a:t> </a:t>
            </a:r>
            <a:r>
              <a:rPr lang="en-US" err="1">
                <a:latin typeface="+mj-lt"/>
              </a:rPr>
              <a:t>quả</a:t>
            </a:r>
            <a:r>
              <a:rPr lang="en-US">
                <a:latin typeface="+mj-lt"/>
              </a:rPr>
              <a:t> </a:t>
            </a:r>
            <a:r>
              <a:rPr lang="en-US" err="1">
                <a:latin typeface="+mj-lt"/>
              </a:rPr>
              <a:t>của</a:t>
            </a:r>
            <a:r>
              <a:rPr lang="en-US">
                <a:latin typeface="+mj-lt"/>
              </a:rPr>
              <a:t> </a:t>
            </a:r>
            <a:r>
              <a:rPr lang="en-US" err="1">
                <a:latin typeface="+mj-lt"/>
              </a:rPr>
              <a:t>tính</a:t>
            </a:r>
            <a:r>
              <a:rPr lang="en-US">
                <a:latin typeface="+mj-lt"/>
              </a:rPr>
              <a:t> </a:t>
            </a:r>
            <a:r>
              <a:rPr lang="en-US" err="1">
                <a:latin typeface="+mj-lt"/>
              </a:rPr>
              <a:t>năng</a:t>
            </a:r>
            <a:r>
              <a:rPr lang="en-US">
                <a:latin typeface="+mj-lt"/>
              </a:rPr>
              <a:t> </a:t>
            </a:r>
            <a:r>
              <a:rPr lang="en-US" err="1">
                <a:latin typeface="+mj-lt"/>
              </a:rPr>
              <a:t>ẩn</a:t>
            </a:r>
            <a:r>
              <a:rPr lang="en-US">
                <a:latin typeface="+mj-lt"/>
              </a:rPr>
              <a:t> </a:t>
            </a:r>
            <a:r>
              <a:rPr lang="en-US" err="1">
                <a:latin typeface="+mj-lt"/>
              </a:rPr>
              <a:t>mật</a:t>
            </a:r>
            <a:r>
              <a:rPr lang="en-US">
                <a:latin typeface="+mj-lt"/>
              </a:rPr>
              <a:t> </a:t>
            </a:r>
            <a:r>
              <a:rPr lang="en-US" err="1">
                <a:latin typeface="+mj-lt"/>
              </a:rPr>
              <a:t>khẩu</a:t>
            </a:r>
            <a:r>
              <a:rPr lang="en-US">
                <a:latin typeface="+mj-lt"/>
              </a:rPr>
              <a:t> </a:t>
            </a:r>
            <a:r>
              <a:rPr lang="en-US" err="1">
                <a:latin typeface="+mj-lt"/>
              </a:rPr>
              <a:t>trên</a:t>
            </a:r>
            <a:r>
              <a:rPr lang="en-US">
                <a:latin typeface="+mj-lt"/>
              </a:rPr>
              <a:t> LCD. </a:t>
            </a:r>
          </a:p>
          <a:p>
            <a:pPr marL="285750" indent="-285750" algn="just">
              <a:lnSpc>
                <a:spcPct val="130000"/>
              </a:lnSpc>
              <a:spcBef>
                <a:spcPts val="100"/>
              </a:spcBef>
              <a:spcAft>
                <a:spcPts val="100"/>
              </a:spcAft>
              <a:buFont typeface="Arial" panose="020B0604020202020204" pitchFamily="34" charset="0"/>
              <a:buChar char="•"/>
            </a:pPr>
            <a:r>
              <a:rPr lang="en-US" err="1">
                <a:latin typeface="+mj-lt"/>
              </a:rPr>
              <a:t>Tính</a:t>
            </a:r>
            <a:r>
              <a:rPr lang="en-US">
                <a:latin typeface="+mj-lt"/>
              </a:rPr>
              <a:t> </a:t>
            </a:r>
            <a:r>
              <a:rPr lang="en-US" err="1">
                <a:latin typeface="+mj-lt"/>
              </a:rPr>
              <a:t>linh</a:t>
            </a:r>
            <a:r>
              <a:rPr lang="en-US">
                <a:latin typeface="+mj-lt"/>
              </a:rPr>
              <a:t> </a:t>
            </a:r>
            <a:r>
              <a:rPr lang="en-US" err="1">
                <a:latin typeface="+mj-lt"/>
              </a:rPr>
              <a:t>hoạt</a:t>
            </a:r>
            <a:r>
              <a:rPr lang="en-US">
                <a:latin typeface="+mj-lt"/>
              </a:rPr>
              <a:t>: </a:t>
            </a:r>
            <a:r>
              <a:rPr lang="en-US" err="1">
                <a:latin typeface="+mj-lt"/>
              </a:rPr>
              <a:t>Độ</a:t>
            </a:r>
            <a:r>
              <a:rPr lang="en-US">
                <a:latin typeface="+mj-lt"/>
              </a:rPr>
              <a:t> </a:t>
            </a:r>
            <a:r>
              <a:rPr lang="en-US" err="1">
                <a:latin typeface="+mj-lt"/>
              </a:rPr>
              <a:t>dài</a:t>
            </a:r>
            <a:r>
              <a:rPr lang="en-US">
                <a:latin typeface="+mj-lt"/>
              </a:rPr>
              <a:t> </a:t>
            </a:r>
            <a:r>
              <a:rPr lang="en-US" err="1">
                <a:latin typeface="+mj-lt"/>
              </a:rPr>
              <a:t>mật</a:t>
            </a:r>
            <a:r>
              <a:rPr lang="en-US">
                <a:latin typeface="+mj-lt"/>
              </a:rPr>
              <a:t> </a:t>
            </a:r>
            <a:r>
              <a:rPr lang="en-US" err="1">
                <a:latin typeface="+mj-lt"/>
              </a:rPr>
              <a:t>mã</a:t>
            </a:r>
            <a:r>
              <a:rPr lang="en-US">
                <a:latin typeface="+mj-lt"/>
              </a:rPr>
              <a:t> </a:t>
            </a:r>
            <a:r>
              <a:rPr lang="en-US" err="1">
                <a:latin typeface="+mj-lt"/>
              </a:rPr>
              <a:t>cố</a:t>
            </a:r>
            <a:r>
              <a:rPr lang="en-US">
                <a:latin typeface="+mj-lt"/>
              </a:rPr>
              <a:t> </a:t>
            </a:r>
            <a:r>
              <a:rPr lang="en-US" err="1">
                <a:latin typeface="+mj-lt"/>
              </a:rPr>
              <a:t>định</a:t>
            </a:r>
            <a:r>
              <a:rPr lang="en-US">
                <a:latin typeface="+mj-lt"/>
              </a:rPr>
              <a:t> 6 </a:t>
            </a:r>
            <a:r>
              <a:rPr lang="en-US" err="1">
                <a:latin typeface="+mj-lt"/>
              </a:rPr>
              <a:t>ký</a:t>
            </a:r>
            <a:r>
              <a:rPr lang="en-US">
                <a:latin typeface="+mj-lt"/>
              </a:rPr>
              <a:t> </a:t>
            </a:r>
            <a:r>
              <a:rPr lang="en-US" err="1">
                <a:latin typeface="+mj-lt"/>
              </a:rPr>
              <a:t>tự</a:t>
            </a:r>
            <a:r>
              <a:rPr lang="en-US">
                <a:latin typeface="+mj-lt"/>
              </a:rPr>
              <a:t>, </a:t>
            </a:r>
            <a:r>
              <a:rPr lang="en-US" err="1">
                <a:latin typeface="+mj-lt"/>
              </a:rPr>
              <a:t>chưa</a:t>
            </a:r>
            <a:r>
              <a:rPr lang="en-US">
                <a:latin typeface="+mj-lt"/>
              </a:rPr>
              <a:t> </a:t>
            </a:r>
            <a:r>
              <a:rPr lang="en-US" err="1">
                <a:latin typeface="+mj-lt"/>
              </a:rPr>
              <a:t>cho</a:t>
            </a:r>
            <a:r>
              <a:rPr lang="en-US">
                <a:latin typeface="+mj-lt"/>
              </a:rPr>
              <a:t> </a:t>
            </a:r>
            <a:r>
              <a:rPr lang="en-US" err="1">
                <a:latin typeface="+mj-lt"/>
              </a:rPr>
              <a:t>phép</a:t>
            </a:r>
            <a:r>
              <a:rPr lang="en-US">
                <a:latin typeface="+mj-lt"/>
              </a:rPr>
              <a:t> </a:t>
            </a:r>
            <a:r>
              <a:rPr lang="en-US" err="1">
                <a:latin typeface="+mj-lt"/>
              </a:rPr>
              <a:t>người</a:t>
            </a:r>
            <a:r>
              <a:rPr lang="en-US">
                <a:latin typeface="+mj-lt"/>
              </a:rPr>
              <a:t> </a:t>
            </a:r>
            <a:r>
              <a:rPr lang="en-US" err="1">
                <a:latin typeface="+mj-lt"/>
              </a:rPr>
              <a:t>dùng</a:t>
            </a:r>
            <a:r>
              <a:rPr lang="en-US">
                <a:latin typeface="+mj-lt"/>
              </a:rPr>
              <a:t> </a:t>
            </a:r>
            <a:r>
              <a:rPr lang="en-US" err="1">
                <a:latin typeface="+mj-lt"/>
              </a:rPr>
              <a:t>tùy</a:t>
            </a:r>
            <a:r>
              <a:rPr lang="en-US">
                <a:latin typeface="+mj-lt"/>
              </a:rPr>
              <a:t> </a:t>
            </a:r>
            <a:r>
              <a:rPr lang="en-US" err="1">
                <a:latin typeface="+mj-lt"/>
              </a:rPr>
              <a:t>chỉnh</a:t>
            </a:r>
            <a:r>
              <a:rPr lang="en-US">
                <a:latin typeface="+mj-lt"/>
              </a:rPr>
              <a:t> </a:t>
            </a:r>
            <a:r>
              <a:rPr lang="en-US" err="1">
                <a:latin typeface="+mj-lt"/>
              </a:rPr>
              <a:t>độ</a:t>
            </a:r>
            <a:r>
              <a:rPr lang="en-US">
                <a:latin typeface="+mj-lt"/>
              </a:rPr>
              <a:t> </a:t>
            </a:r>
            <a:r>
              <a:rPr lang="en-US" err="1">
                <a:latin typeface="+mj-lt"/>
              </a:rPr>
              <a:t>dài</a:t>
            </a:r>
            <a:r>
              <a:rPr lang="en-US">
                <a:latin typeface="+mj-lt"/>
              </a:rPr>
              <a:t> </a:t>
            </a:r>
            <a:r>
              <a:rPr lang="en-US" err="1">
                <a:latin typeface="+mj-lt"/>
              </a:rPr>
              <a:t>theo</a:t>
            </a:r>
            <a:r>
              <a:rPr lang="en-US">
                <a:latin typeface="+mj-lt"/>
              </a:rPr>
              <a:t> ý </a:t>
            </a:r>
            <a:r>
              <a:rPr lang="en-US" err="1">
                <a:latin typeface="+mj-lt"/>
              </a:rPr>
              <a:t>muốn</a:t>
            </a:r>
            <a:r>
              <a:rPr lang="en-US">
                <a:latin typeface="+mj-lt"/>
              </a:rPr>
              <a:t>.</a:t>
            </a:r>
            <a:r>
              <a:rPr lang="en-US" sz="2400">
                <a:ea typeface="+mn-lt"/>
                <a:cs typeface="+mn-lt"/>
              </a:rPr>
              <a:t> </a:t>
            </a:r>
            <a:endParaRPr lang="vi-VN" sz="2400">
              <a:latin typeface="Arial"/>
              <a:cs typeface="Arial"/>
            </a:endParaRPr>
          </a:p>
          <a:p>
            <a:pPr marL="285750" indent="-285750" algn="just">
              <a:lnSpc>
                <a:spcPct val="130000"/>
              </a:lnSpc>
              <a:spcBef>
                <a:spcPts val="100"/>
              </a:spcBef>
              <a:spcAft>
                <a:spcPts val="100"/>
              </a:spcAft>
              <a:buFont typeface="Arial" panose="020B0604020202020204" pitchFamily="34" charset="0"/>
              <a:buChar char="•"/>
            </a:pPr>
            <a:endParaRPr lang="en-US">
              <a:latin typeface="+mj-lt"/>
              <a:cs typeface="Times New Roman"/>
            </a:endParaRPr>
          </a:p>
        </p:txBody>
      </p:sp>
    </p:spTree>
    <p:extLst>
      <p:ext uri="{BB962C8B-B14F-4D97-AF65-F5344CB8AC3E}">
        <p14:creationId xmlns:p14="http://schemas.microsoft.com/office/powerpoint/2010/main" val="768086893"/>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CB349-3B84-480E-A18C-87B11F81DF2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1138493-70F9-A9A3-8EB2-D789237CEA86}"/>
              </a:ext>
            </a:extLst>
          </p:cNvPr>
          <p:cNvSpPr>
            <a:spLocks noGrp="1"/>
          </p:cNvSpPr>
          <p:nvPr>
            <p:ph type="sldNum" sz="quarter" idx="12"/>
          </p:nvPr>
        </p:nvSpPr>
        <p:spPr/>
        <p:txBody>
          <a:bodyPr/>
          <a:lstStyle/>
          <a:p>
            <a:fld id="{48F63A3B-78C7-47BE-AE5E-E10140E04643}" type="slidenum">
              <a:rPr lang="en-US" smtClean="0"/>
              <a:pPr/>
              <a:t>25</a:t>
            </a:fld>
            <a:endParaRPr lang="en-US"/>
          </a:p>
        </p:txBody>
      </p:sp>
      <p:sp>
        <p:nvSpPr>
          <p:cNvPr id="6" name="TextBox 5">
            <a:extLst>
              <a:ext uri="{FF2B5EF4-FFF2-40B4-BE49-F238E27FC236}">
                <a16:creationId xmlns:a16="http://schemas.microsoft.com/office/drawing/2014/main" id="{A1BD5DBE-464E-1C1F-0670-4BBC94A1C65A}"/>
              </a:ext>
            </a:extLst>
          </p:cNvPr>
          <p:cNvSpPr txBox="1"/>
          <p:nvPr/>
        </p:nvSpPr>
        <p:spPr>
          <a:xfrm>
            <a:off x="478179" y="1115035"/>
            <a:ext cx="6191407" cy="632609"/>
          </a:xfrm>
          <a:prstGeom prst="rect">
            <a:avLst/>
          </a:prstGeom>
          <a:noFill/>
        </p:spPr>
        <p:txBody>
          <a:bodyPr wrap="square" rtlCol="0">
            <a:spAutoFit/>
          </a:bodyPr>
          <a:lstStyle/>
          <a:p>
            <a:pPr algn="l">
              <a:lnSpc>
                <a:spcPct val="130000"/>
              </a:lnSpc>
              <a:spcBef>
                <a:spcPts val="300"/>
              </a:spcBef>
              <a:spcAft>
                <a:spcPts val="300"/>
              </a:spcAft>
            </a:pPr>
            <a:r>
              <a:rPr lang="en-US" sz="3000" b="1">
                <a:solidFill>
                  <a:schemeClr val="accent4">
                    <a:lumMod val="75000"/>
                  </a:schemeClr>
                </a:solidFill>
                <a:latin typeface="+mj-lt"/>
              </a:rPr>
              <a:t>IV. Kết luận</a:t>
            </a:r>
          </a:p>
        </p:txBody>
      </p:sp>
      <p:sp>
        <p:nvSpPr>
          <p:cNvPr id="2" name="Content Placeholder 6">
            <a:extLst>
              <a:ext uri="{FF2B5EF4-FFF2-40B4-BE49-F238E27FC236}">
                <a16:creationId xmlns:a16="http://schemas.microsoft.com/office/drawing/2014/main" id="{C4068EA1-DFD2-0564-B847-0AFA8272186C}"/>
              </a:ext>
            </a:extLst>
          </p:cNvPr>
          <p:cNvSpPr txBox="1">
            <a:spLocks/>
          </p:cNvSpPr>
          <p:nvPr/>
        </p:nvSpPr>
        <p:spPr>
          <a:xfrm>
            <a:off x="752167" y="1786157"/>
            <a:ext cx="9783097" cy="448360"/>
          </a:xfrm>
          <a:prstGeom prst="rect">
            <a:avLst/>
          </a:prstGeom>
        </p:spPr>
        <p:txBody>
          <a:bodyPr vert="horz" lIns="91440" tIns="45720" rIns="91440" bIns="45720" rtlCol="0" anchor="t">
            <a:noAutofit/>
          </a:bodyPr>
          <a:lstStyle>
            <a:lvl1pPr marL="228600" indent="-228600" algn="l" defTabSz="914400" rtl="0" eaLnBrk="1" latinLnBrk="0" hangingPunct="1">
              <a:lnSpc>
                <a:spcPct val="130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30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30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mj-lt"/>
              </a:rPr>
              <a:t>3. Hướng phát triển</a:t>
            </a:r>
            <a:endParaRPr lang="en-US" sz="2000" b="1" err="1">
              <a:latin typeface="+mj-lt"/>
            </a:endParaRPr>
          </a:p>
        </p:txBody>
      </p:sp>
      <p:sp>
        <p:nvSpPr>
          <p:cNvPr id="3" name="TextBox 2">
            <a:extLst>
              <a:ext uri="{FF2B5EF4-FFF2-40B4-BE49-F238E27FC236}">
                <a16:creationId xmlns:a16="http://schemas.microsoft.com/office/drawing/2014/main" id="{3920F2AE-F2C0-5E4B-3B93-9590B1A1DABD}"/>
              </a:ext>
            </a:extLst>
          </p:cNvPr>
          <p:cNvSpPr txBox="1"/>
          <p:nvPr/>
        </p:nvSpPr>
        <p:spPr>
          <a:xfrm>
            <a:off x="752166" y="2273030"/>
            <a:ext cx="10613924" cy="1188018"/>
          </a:xfrm>
          <a:prstGeom prst="rect">
            <a:avLst/>
          </a:prstGeom>
          <a:noFill/>
        </p:spPr>
        <p:txBody>
          <a:bodyPr wrap="square" rtlCol="0">
            <a:spAutoFit/>
          </a:bodyPr>
          <a:lstStyle/>
          <a:p>
            <a:pPr marL="285750" indent="-285750" algn="just">
              <a:lnSpc>
                <a:spcPct val="130000"/>
              </a:lnSpc>
              <a:spcBef>
                <a:spcPts val="100"/>
              </a:spcBef>
              <a:spcAft>
                <a:spcPts val="100"/>
              </a:spcAft>
              <a:buFont typeface="Arial" panose="020B0604020202020204" pitchFamily="34" charset="0"/>
              <a:buChar char="•"/>
            </a:pPr>
            <a:r>
              <a:rPr lang="en-US">
                <a:latin typeface="+mj-lt"/>
              </a:rPr>
              <a:t>L</a:t>
            </a:r>
            <a:r>
              <a:rPr lang="vi-VN">
                <a:latin typeface="+mj-lt"/>
              </a:rPr>
              <a:t>ưu mật khẩu vào EPCS Flash (tồn tại sau khi tắt nguồn)</a:t>
            </a:r>
            <a:r>
              <a:rPr lang="en-US">
                <a:latin typeface="+mj-lt"/>
              </a:rPr>
              <a:t> </a:t>
            </a:r>
          </a:p>
          <a:p>
            <a:pPr marL="285750" indent="-285750" algn="just">
              <a:lnSpc>
                <a:spcPct val="130000"/>
              </a:lnSpc>
              <a:spcBef>
                <a:spcPts val="100"/>
              </a:spcBef>
              <a:spcAft>
                <a:spcPts val="100"/>
              </a:spcAft>
              <a:buFont typeface="Arial" panose="020B0604020202020204" pitchFamily="34" charset="0"/>
              <a:buChar char="•"/>
            </a:pPr>
            <a:r>
              <a:rPr lang="en-US">
                <a:latin typeface="+mj-lt"/>
              </a:rPr>
              <a:t>T</a:t>
            </a:r>
            <a:r>
              <a:rPr lang="vi-VN">
                <a:latin typeface="+mj-lt"/>
              </a:rPr>
              <a:t>hêm module đếm ngược lockout trên 7-segment</a:t>
            </a:r>
            <a:r>
              <a:rPr lang="en-US">
                <a:latin typeface="+mj-lt"/>
              </a:rPr>
              <a:t> </a:t>
            </a:r>
          </a:p>
          <a:p>
            <a:pPr marL="285750" indent="-285750" algn="just">
              <a:lnSpc>
                <a:spcPct val="130000"/>
              </a:lnSpc>
              <a:spcBef>
                <a:spcPts val="100"/>
              </a:spcBef>
              <a:spcAft>
                <a:spcPts val="100"/>
              </a:spcAft>
              <a:buFont typeface="Arial" panose="020B0604020202020204" pitchFamily="34" charset="0"/>
              <a:buChar char="•"/>
            </a:pPr>
            <a:r>
              <a:rPr lang="en-US">
                <a:latin typeface="+mj-lt"/>
              </a:rPr>
              <a:t>M</a:t>
            </a:r>
            <a:r>
              <a:rPr lang="vi-VN">
                <a:latin typeface="+mj-lt"/>
              </a:rPr>
              <a:t>ở rộng mật khẩu lên 8 chữ số.</a:t>
            </a:r>
            <a:endParaRPr lang="en-US">
              <a:latin typeface="+mj-lt"/>
            </a:endParaRPr>
          </a:p>
        </p:txBody>
      </p:sp>
    </p:spTree>
    <p:extLst>
      <p:ext uri="{BB962C8B-B14F-4D97-AF65-F5344CB8AC3E}">
        <p14:creationId xmlns:p14="http://schemas.microsoft.com/office/powerpoint/2010/main" val="2052393577"/>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C3749-8A5B-4492-389A-F2A507590FAC}"/>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B1ECE79-9D63-58DA-0A31-83C3D1AC04FE}"/>
              </a:ext>
            </a:extLst>
          </p:cNvPr>
          <p:cNvSpPr>
            <a:spLocks noGrp="1"/>
          </p:cNvSpPr>
          <p:nvPr>
            <p:ph type="sldNum" sz="quarter" idx="12"/>
          </p:nvPr>
        </p:nvSpPr>
        <p:spPr/>
        <p:txBody>
          <a:bodyPr/>
          <a:lstStyle/>
          <a:p>
            <a:fld id="{48F63A3B-78C7-47BE-AE5E-E10140E04643}" type="slidenum">
              <a:rPr lang="en-US" smtClean="0"/>
              <a:pPr/>
              <a:t>26</a:t>
            </a:fld>
            <a:endParaRPr lang="en-US"/>
          </a:p>
        </p:txBody>
      </p:sp>
      <p:sp>
        <p:nvSpPr>
          <p:cNvPr id="6" name="TextBox 5">
            <a:extLst>
              <a:ext uri="{FF2B5EF4-FFF2-40B4-BE49-F238E27FC236}">
                <a16:creationId xmlns:a16="http://schemas.microsoft.com/office/drawing/2014/main" id="{271549F0-71AD-CCBD-5739-F4BD1A151F77}"/>
              </a:ext>
            </a:extLst>
          </p:cNvPr>
          <p:cNvSpPr txBox="1"/>
          <p:nvPr/>
        </p:nvSpPr>
        <p:spPr>
          <a:xfrm>
            <a:off x="478179" y="1115035"/>
            <a:ext cx="6191407" cy="632609"/>
          </a:xfrm>
          <a:prstGeom prst="rect">
            <a:avLst/>
          </a:prstGeom>
          <a:noFill/>
        </p:spPr>
        <p:txBody>
          <a:bodyPr wrap="square" rtlCol="0">
            <a:spAutoFit/>
          </a:bodyPr>
          <a:lstStyle/>
          <a:p>
            <a:pPr algn="l">
              <a:lnSpc>
                <a:spcPct val="130000"/>
              </a:lnSpc>
              <a:spcBef>
                <a:spcPts val="300"/>
              </a:spcBef>
              <a:spcAft>
                <a:spcPts val="300"/>
              </a:spcAft>
            </a:pPr>
            <a:r>
              <a:rPr lang="en-US" sz="3000" b="1">
                <a:solidFill>
                  <a:schemeClr val="accent4">
                    <a:lumMod val="75000"/>
                  </a:schemeClr>
                </a:solidFill>
                <a:latin typeface="+mj-lt"/>
              </a:rPr>
              <a:t>IV. Kết luận</a:t>
            </a:r>
          </a:p>
        </p:txBody>
      </p:sp>
      <p:sp>
        <p:nvSpPr>
          <p:cNvPr id="2" name="Content Placeholder 6">
            <a:extLst>
              <a:ext uri="{FF2B5EF4-FFF2-40B4-BE49-F238E27FC236}">
                <a16:creationId xmlns:a16="http://schemas.microsoft.com/office/drawing/2014/main" id="{13FB37CB-107A-5F1A-ACE8-D59EADCF171F}"/>
              </a:ext>
            </a:extLst>
          </p:cNvPr>
          <p:cNvSpPr txBox="1">
            <a:spLocks/>
          </p:cNvSpPr>
          <p:nvPr/>
        </p:nvSpPr>
        <p:spPr>
          <a:xfrm>
            <a:off x="752167" y="1786157"/>
            <a:ext cx="9783097" cy="448360"/>
          </a:xfrm>
          <a:prstGeom prst="rect">
            <a:avLst/>
          </a:prstGeom>
        </p:spPr>
        <p:txBody>
          <a:bodyPr vert="horz" lIns="91440" tIns="45720" rIns="91440" bIns="45720" rtlCol="0" anchor="t">
            <a:noAutofit/>
          </a:bodyPr>
          <a:lstStyle>
            <a:lvl1pPr marL="228600" indent="-228600" algn="l" defTabSz="914400" rtl="0" eaLnBrk="1" latinLnBrk="0" hangingPunct="1">
              <a:lnSpc>
                <a:spcPct val="130000"/>
              </a:lnSpc>
              <a:spcBef>
                <a:spcPts val="300"/>
              </a:spcBef>
              <a:spcAft>
                <a:spcPts val="3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30000"/>
              </a:lnSpc>
              <a:spcBef>
                <a:spcPts val="300"/>
              </a:spcBef>
              <a:spcAft>
                <a:spcPts val="3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30000"/>
              </a:lnSpc>
              <a:spcBef>
                <a:spcPts val="300"/>
              </a:spcBef>
              <a:spcAft>
                <a:spcPts val="3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000" b="1" dirty="0">
              <a:latin typeface="+mj-lt"/>
            </a:endParaRPr>
          </a:p>
        </p:txBody>
      </p:sp>
      <p:sp>
        <p:nvSpPr>
          <p:cNvPr id="3" name="TextBox 2">
            <a:extLst>
              <a:ext uri="{FF2B5EF4-FFF2-40B4-BE49-F238E27FC236}">
                <a16:creationId xmlns:a16="http://schemas.microsoft.com/office/drawing/2014/main" id="{8FB8917D-6C4B-B75F-C8E3-3CAC1C454FF9}"/>
              </a:ext>
            </a:extLst>
          </p:cNvPr>
          <p:cNvSpPr txBox="1"/>
          <p:nvPr/>
        </p:nvSpPr>
        <p:spPr>
          <a:xfrm>
            <a:off x="752167" y="1871894"/>
            <a:ext cx="10613924" cy="802271"/>
          </a:xfrm>
          <a:prstGeom prst="rect">
            <a:avLst/>
          </a:prstGeom>
          <a:noFill/>
        </p:spPr>
        <p:txBody>
          <a:bodyPr wrap="square" rtlCol="0">
            <a:spAutoFit/>
          </a:bodyPr>
          <a:lstStyle/>
          <a:p>
            <a:pPr marL="285750" indent="-285750" algn="just">
              <a:lnSpc>
                <a:spcPct val="130000"/>
              </a:lnSpc>
              <a:spcBef>
                <a:spcPts val="100"/>
              </a:spcBef>
              <a:spcAft>
                <a:spcPts val="100"/>
              </a:spcAft>
              <a:buFont typeface="Arial" panose="020B0604020202020204" pitchFamily="34" charset="0"/>
              <a:buChar char="•"/>
            </a:pPr>
            <a:r>
              <a:rPr lang="vi-VN" dirty="0" err="1">
                <a:latin typeface="+mj-lt"/>
              </a:rPr>
              <a:t>Link</a:t>
            </a:r>
            <a:r>
              <a:rPr lang="vi-VN" dirty="0">
                <a:latin typeface="+mj-lt"/>
              </a:rPr>
              <a:t> </a:t>
            </a:r>
            <a:r>
              <a:rPr lang="vi-VN" dirty="0" err="1">
                <a:latin typeface="+mj-lt"/>
              </a:rPr>
              <a:t>demo</a:t>
            </a:r>
            <a:r>
              <a:rPr lang="vi-VN" dirty="0">
                <a:latin typeface="+mj-lt"/>
              </a:rPr>
              <a:t>:</a:t>
            </a:r>
          </a:p>
          <a:p>
            <a:pPr algn="just">
              <a:lnSpc>
                <a:spcPct val="130000"/>
              </a:lnSpc>
              <a:spcBef>
                <a:spcPts val="100"/>
              </a:spcBef>
              <a:spcAft>
                <a:spcPts val="100"/>
              </a:spcAft>
            </a:pPr>
            <a:r>
              <a:rPr lang="en-US" dirty="0">
                <a:latin typeface="+mj-lt"/>
              </a:rPr>
              <a:t>https://drive.google.com/file/d/18WcF0FtLqJVCnOg9fZUaeMWDCCSmaqVM/view</a:t>
            </a:r>
          </a:p>
        </p:txBody>
      </p:sp>
    </p:spTree>
    <p:extLst>
      <p:ext uri="{BB962C8B-B14F-4D97-AF65-F5344CB8AC3E}">
        <p14:creationId xmlns:p14="http://schemas.microsoft.com/office/powerpoint/2010/main" val="3525088100"/>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0E5E1-EEC6-28BE-65BE-1DC5EF292A5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13F76D0-4B01-B641-06C6-947D23B828B9}"/>
              </a:ext>
            </a:extLst>
          </p:cNvPr>
          <p:cNvSpPr>
            <a:spLocks noGrp="1"/>
          </p:cNvSpPr>
          <p:nvPr>
            <p:ph type="sldNum" sz="quarter" idx="12"/>
          </p:nvPr>
        </p:nvSpPr>
        <p:spPr/>
        <p:txBody>
          <a:bodyPr/>
          <a:lstStyle/>
          <a:p>
            <a:fld id="{48F63A3B-78C7-47BE-AE5E-E10140E04643}" type="slidenum">
              <a:rPr lang="en-US" smtClean="0"/>
              <a:pPr/>
              <a:t>27</a:t>
            </a:fld>
            <a:endParaRPr lang="en-US"/>
          </a:p>
        </p:txBody>
      </p:sp>
      <p:sp>
        <p:nvSpPr>
          <p:cNvPr id="4" name="Title 3">
            <a:extLst>
              <a:ext uri="{FF2B5EF4-FFF2-40B4-BE49-F238E27FC236}">
                <a16:creationId xmlns:a16="http://schemas.microsoft.com/office/drawing/2014/main" id="{A241F849-D6DB-325D-761F-6F31B05C4F8A}"/>
              </a:ext>
            </a:extLst>
          </p:cNvPr>
          <p:cNvSpPr>
            <a:spLocks noGrp="1"/>
          </p:cNvSpPr>
          <p:nvPr>
            <p:ph type="title"/>
          </p:nvPr>
        </p:nvSpPr>
        <p:spPr>
          <a:xfrm>
            <a:off x="1507226" y="2676023"/>
            <a:ext cx="9177548" cy="1505953"/>
          </a:xfrm>
        </p:spPr>
        <p:txBody>
          <a:bodyPr>
            <a:noAutofit/>
          </a:bodyPr>
          <a:lstStyle/>
          <a:p>
            <a:pPr algn="ctr"/>
            <a:r>
              <a:rPr lang="en-US" sz="11500" i="1">
                <a:latin typeface="Aptos" panose="020B0004020202020204" pitchFamily="34" charset="0"/>
              </a:rPr>
              <a:t>Q &amp; A</a:t>
            </a:r>
            <a:endParaRPr lang="en-VN" sz="11500" i="1">
              <a:latin typeface="Aptos" panose="020B0004020202020204" pitchFamily="34" charset="0"/>
            </a:endParaRPr>
          </a:p>
        </p:txBody>
      </p:sp>
    </p:spTree>
    <p:extLst>
      <p:ext uri="{BB962C8B-B14F-4D97-AF65-F5344CB8AC3E}">
        <p14:creationId xmlns:p14="http://schemas.microsoft.com/office/powerpoint/2010/main" val="3320419752"/>
      </p:ext>
    </p:extLst>
  </p:cSld>
  <p:clrMapOvr>
    <a:masterClrMapping/>
  </p:clrMapOvr>
  <p:transition spd="slow">
    <p:wipe/>
  </p:transition>
</p:sld>
</file>

<file path=ppt/theme/theme1.xml><?xml version="1.0" encoding="utf-8"?>
<a:theme xmlns:a="http://schemas.openxmlformats.org/drawingml/2006/main" name="Office Theme">
  <a:themeElements>
    <a:clrScheme name="FCE Green v2">
      <a:dk1>
        <a:srgbClr val="000000"/>
      </a:dk1>
      <a:lt1>
        <a:srgbClr val="FFFFFF"/>
      </a:lt1>
      <a:dk2>
        <a:srgbClr val="455F51"/>
      </a:dk2>
      <a:lt2>
        <a:srgbClr val="E3DED1"/>
      </a:lt2>
      <a:accent1>
        <a:srgbClr val="549E39"/>
      </a:accent1>
      <a:accent2>
        <a:srgbClr val="0071FF"/>
      </a:accent2>
      <a:accent3>
        <a:srgbClr val="38EF7D"/>
      </a:accent3>
      <a:accent4>
        <a:srgbClr val="029676"/>
      </a:accent4>
      <a:accent5>
        <a:srgbClr val="F5AF19"/>
      </a:accent5>
      <a:accent6>
        <a:srgbClr val="F12711"/>
      </a:accent6>
      <a:hlink>
        <a:srgbClr val="6B9F25"/>
      </a:hlink>
      <a:folHlink>
        <a:srgbClr val="BA6906"/>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lumMod val="50000"/>
          </a:schemeClr>
        </a:solidFill>
        <a:ln>
          <a:noFill/>
        </a:ln>
      </a:spPr>
      <a:bodyPr rtlCol="0" anchor="ctr"/>
      <a:lstStyle>
        <a:defPPr algn="ctr">
          <a:defRPr dirty="0">
            <a:solidFill>
              <a:schemeClr val="accent4"/>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22225" cap="rnd">
          <a:solidFill>
            <a:schemeClr val="accent3">
              <a:lumMod val="50000"/>
            </a:schemeClr>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130000"/>
          </a:lnSpc>
          <a:spcBef>
            <a:spcPts val="300"/>
          </a:spcBef>
          <a:spcAft>
            <a:spcPts val="300"/>
          </a:spcAft>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ài liệu" ma:contentTypeID="0x0101003AA77D8DEF4A554E801E4A45A927EFD0" ma:contentTypeVersion="15" ma:contentTypeDescription="Tạo tài liệu mới." ma:contentTypeScope="" ma:versionID="fe760b071764601d183f14ff963d9898">
  <xsd:schema xmlns:xsd="http://www.w3.org/2001/XMLSchema" xmlns:xs="http://www.w3.org/2001/XMLSchema" xmlns:p="http://schemas.microsoft.com/office/2006/metadata/properties" xmlns:ns3="247bcafb-a4e0-41a7-807f-0b48a03a4da9" xmlns:ns4="6db94ec0-0780-4039-b65c-1f7552965222" targetNamespace="http://schemas.microsoft.com/office/2006/metadata/properties" ma:root="true" ma:fieldsID="6be83334568f7e8ded2153d16d32850e" ns3:_="" ns4:_="">
    <xsd:import namespace="247bcafb-a4e0-41a7-807f-0b48a03a4da9"/>
    <xsd:import namespace="6db94ec0-0780-4039-b65c-1f7552965222"/>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3:MediaServiceDateTaken" minOccurs="0"/>
                <xsd:element ref="ns3:MediaServiceSystemTags" minOccurs="0"/>
                <xsd:element ref="ns3:MediaServiceLocation" minOccurs="0"/>
                <xsd:element ref="ns3:MediaServiceGenerationTime" minOccurs="0"/>
                <xsd:element ref="ns3:MediaServiceEventHashCode" minOccurs="0"/>
                <xsd:element ref="ns3:MediaLengthInSeconds" minOccurs="0"/>
                <xsd:element ref="ns3:MediaServiceOCR" minOccurs="0"/>
                <xsd:element ref="ns3:MediaServiceSearchPropertie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47bcafb-a4e0-41a7-807f-0b48a03a4d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Location" ma:index="14" nillable="true" ma:displayName="Location" ma:indexed="true" ma:internalName="MediaServiceLocatio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db94ec0-0780-4039-b65c-1f7552965222" elementFormDefault="qualified">
    <xsd:import namespace="http://schemas.microsoft.com/office/2006/documentManagement/types"/>
    <xsd:import namespace="http://schemas.microsoft.com/office/infopath/2007/PartnerControls"/>
    <xsd:element name="SharedWithUsers" ma:index="20" nillable="true" ma:displayName="Chia sẻ Với"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Chia sẻ Có Chi tiết" ma:internalName="SharedWithDetails" ma:readOnly="true">
      <xsd:simpleType>
        <xsd:restriction base="dms:Note">
          <xsd:maxLength value="255"/>
        </xsd:restriction>
      </xsd:simpleType>
    </xsd:element>
    <xsd:element name="SharingHintHash" ma:index="22" nillable="true" ma:displayName="Hàm băm Gợi ý Chia sẻ"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247bcafb-a4e0-41a7-807f-0b48a03a4da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51E2E4A-5DED-46E1-B2A3-DAB524064A29}">
  <ds:schemaRefs>
    <ds:schemaRef ds:uri="247bcafb-a4e0-41a7-807f-0b48a03a4da9"/>
    <ds:schemaRef ds:uri="6db94ec0-0780-4039-b65c-1f755296522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47E78B1-7328-49AA-8734-6E774861BF9C}">
  <ds:schemaRefs>
    <ds:schemaRef ds:uri="http://schemas.microsoft.com/office/2006/documentManagement/types"/>
    <ds:schemaRef ds:uri="6db94ec0-0780-4039-b65c-1f7552965222"/>
    <ds:schemaRef ds:uri="http://schemas.microsoft.com/office/infopath/2007/PartnerControls"/>
    <ds:schemaRef ds:uri="http://schemas.openxmlformats.org/package/2006/metadata/core-properties"/>
    <ds:schemaRef ds:uri="http://purl.org/dc/dcmitype/"/>
    <ds:schemaRef ds:uri="247bcafb-a4e0-41a7-807f-0b48a03a4da9"/>
    <ds:schemaRef ds:uri="http://purl.org/dc/elements/1.1/"/>
    <ds:schemaRef ds:uri="http://schemas.microsoft.com/office/2006/metadata/properties"/>
    <ds:schemaRef ds:uri="http://www.w3.org/XML/1998/namespace"/>
    <ds:schemaRef ds:uri="http://purl.org/dc/terms/"/>
  </ds:schemaRefs>
</ds:datastoreItem>
</file>

<file path=customXml/itemProps3.xml><?xml version="1.0" encoding="utf-8"?>
<ds:datastoreItem xmlns:ds="http://schemas.openxmlformats.org/officeDocument/2006/customXml" ds:itemID="{3EF5B33E-615D-42D5-B30C-A8A62BB4B26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9Slide.vn</Template>
  <TotalTime>4</TotalTime>
  <Words>1606</Words>
  <Application>Microsoft Office PowerPoint</Application>
  <PresentationFormat>Widescreen</PresentationFormat>
  <Paragraphs>194</Paragraphs>
  <Slides>27</Slides>
  <Notes>14</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Arial</vt:lpstr>
      <vt:lpstr>Calibri</vt:lpstr>
      <vt:lpstr>time</vt:lpstr>
      <vt:lpstr>Times New Roman</vt:lpstr>
      <vt:lpstr>Wingdings</vt:lpstr>
      <vt:lpstr>Office Theme</vt:lpstr>
      <vt:lpstr>"Hiện thực khoá số điện tử, mở khóa bằng mật khẩu, có các chức năng đa dạng theo thực tế sử dụng, dùng LED &amp; LCD cho hiển thị."</vt:lpstr>
      <vt:lpstr>Phân công công việc</vt:lpstr>
      <vt:lpstr>Nội dung báo cáo</vt:lpstr>
      <vt:lpstr>TỔNG QUAN VỀ ĐỀ TÀI</vt:lpstr>
      <vt:lpstr>PowerPoint Presentation</vt:lpstr>
      <vt:lpstr>PowerPoint Presentation</vt:lpstr>
      <vt:lpstr>PowerPoint Presentation</vt:lpstr>
      <vt:lpstr>PowerPoint Presentation</vt:lpstr>
      <vt:lpstr>THIẾT KẾ HỆ THỐNG</vt:lpstr>
      <vt:lpstr>PowerPoint Presentation</vt:lpstr>
      <vt:lpstr>PowerPoint Presentation</vt:lpstr>
      <vt:lpstr>PowerPoint Presentation</vt:lpstr>
      <vt:lpstr>PowerPoint Presentation</vt:lpstr>
      <vt:lpstr>PowerPoint Presentation</vt:lpstr>
      <vt:lpstr>PowerPoint Presentation</vt:lpstr>
      <vt:lpstr>KẾT QUẢ VÀ THẢO LUẬN</vt:lpstr>
      <vt:lpstr>PowerPoint Presentation</vt:lpstr>
      <vt:lpstr>PowerPoint Presentation</vt:lpstr>
      <vt:lpstr>PowerPoint Presentation</vt:lpstr>
      <vt:lpstr>PowerPoint Presentation</vt:lpstr>
      <vt:lpstr>PowerPoint Presentation</vt:lpstr>
      <vt:lpstr>KẾT LUẬN</vt:lpstr>
      <vt:lpstr>PowerPoint Presentation</vt:lpstr>
      <vt:lpstr>PowerPoint Presentation</vt:lpstr>
      <vt:lpstr>PowerPoint Presentation</vt:lpstr>
      <vt:lpstr>PowerPoint Presentation</vt:lpstr>
      <vt:lpstr>Q &amp; A</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9Slide.vn</dc:title>
  <dc:subject>9Slide.vn</dc:subject>
  <dc:creator>TViasana</dc:creator>
  <dc:description>9Slide.vn</dc:description>
  <cp:lastModifiedBy>Nguyễn Minh Khôi</cp:lastModifiedBy>
  <cp:revision>5</cp:revision>
  <dcterms:created xsi:type="dcterms:W3CDTF">2022-06-26T12:27:32Z</dcterms:created>
  <dcterms:modified xsi:type="dcterms:W3CDTF">2026-05-22T14:26:45Z</dcterms:modified>
  <cp:category>9Slide.vn</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0x0101003AA77D8DEF4A554E801E4A45A927EFD0</vt:lpwstr>
  </property>
</Properties>
</file>